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4.xml" ContentType="application/inkml+xml"/>
  <Override PartName="/ppt/ink/ink1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6.xml" ContentType="application/inkml+xml"/>
  <Override PartName="/ppt/ink/ink1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69" r:id="rId4"/>
    <p:sldId id="271" r:id="rId5"/>
    <p:sldId id="272" r:id="rId6"/>
    <p:sldId id="273" r:id="rId7"/>
    <p:sldId id="260" r:id="rId8"/>
    <p:sldId id="261" r:id="rId9"/>
    <p:sldId id="274" r:id="rId10"/>
    <p:sldId id="275" r:id="rId11"/>
    <p:sldId id="258" r:id="rId12"/>
    <p:sldId id="276" r:id="rId13"/>
    <p:sldId id="277" r:id="rId14"/>
    <p:sldId id="278" r:id="rId15"/>
    <p:sldId id="279" r:id="rId16"/>
    <p:sldId id="262" r:id="rId17"/>
    <p:sldId id="259" r:id="rId18"/>
    <p:sldId id="264" r:id="rId19"/>
    <p:sldId id="265" r:id="rId20"/>
    <p:sldId id="266" r:id="rId21"/>
    <p:sldId id="267" r:id="rId22"/>
    <p:sldId id="280" r:id="rId23"/>
  </p:sldIdLst>
  <p:sldSz cx="12192000" cy="6858000"/>
  <p:notesSz cx="6858000" cy="9144000"/>
  <p:embeddedFontLst>
    <p:embeddedFont>
      <p:font typeface="Quicksand" panose="02010600030101010101" charset="-122"/>
      <p:regular r:id="rId25"/>
      <p:bold r:id="rId26"/>
    </p:embeddedFont>
    <p:embeddedFont>
      <p:font typeface="华文隶书" panose="02010800040101010101" pitchFamily="2" charset="-122"/>
      <p:regular r:id="rId27"/>
    </p:embeddedFont>
    <p:embeddedFont>
      <p:font typeface="Aa墨竹仙鹤如意行书" panose="02010600010101010101" pitchFamily="2" charset="-122"/>
      <p:regular r:id="rId28"/>
    </p:embeddedFont>
    <p:embeddedFont>
      <p:font typeface="Aa桃花扇" panose="02010600010101010101" pitchFamily="2" charset="-122"/>
      <p:regular r:id="rId29"/>
    </p:embeddedFont>
    <p:embeddedFont>
      <p:font typeface="Comfortaa" panose="02010600030101010101" charset="0"/>
      <p:regular r:id="rId30"/>
      <p:bold r:id="rId31"/>
    </p:embeddedFont>
    <p:embeddedFont>
      <p:font typeface="Gagalin" panose="00000500000000000000" pitchFamily="50" charset="0"/>
      <p:regular r:id="rId32"/>
    </p:embeddedFont>
    <p:embeddedFont>
      <p:font typeface="Noto Sans SC" panose="020B0200000000000000" pitchFamily="34" charset="-122"/>
      <p:regular r:id="rId33"/>
      <p:bold r:id="rId34"/>
    </p:embeddedFont>
    <p:embeddedFont>
      <p:font typeface="Segoe UI Black" panose="020B0A02040204020203" pitchFamily="34" charset="0"/>
      <p:bold r:id="rId35"/>
      <p:boldItalic r:id="rId36"/>
    </p:embeddedFont>
    <p:embeddedFont>
      <p:font typeface="隶书" panose="02010509060101010101" pitchFamily="49" charset="-122"/>
      <p:regular r:id="rId37"/>
    </p:embeddedFont>
    <p:embeddedFont>
      <p:font typeface="山海风华隶 W" panose="00020600040101010101" pitchFamily="18" charset="-122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1DC"/>
    <a:srgbClr val="F4AD6C"/>
    <a:srgbClr val="7BA8C7"/>
    <a:srgbClr val="FFFFFF"/>
    <a:srgbClr val="73D9E7"/>
    <a:srgbClr val="A4D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40E57A-373B-4F40-B3FA-70621B4D0649}">
  <a:tblStyle styleId="{F840E57A-373B-4F40-B3FA-70621B4D06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3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eg"/><Relationship Id="rId1" Type="http://schemas.openxmlformats.org/officeDocument/2006/relationships/image" Target="../media/image62.jpg"/><Relationship Id="rId4" Type="http://schemas.openxmlformats.org/officeDocument/2006/relationships/image" Target="../media/image65.jp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image" Target="../media/image74.jp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image" Target="../media/image77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eg"/><Relationship Id="rId1" Type="http://schemas.openxmlformats.org/officeDocument/2006/relationships/image" Target="../media/image62.jpg"/><Relationship Id="rId4" Type="http://schemas.openxmlformats.org/officeDocument/2006/relationships/image" Target="../media/image65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image" Target="../media/image74.jp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image" Target="../media/image7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72619B-D2E0-4F9F-8E69-514A37B5BCEE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F47273-A780-4DA8-A9EA-E6EAE93A26C4}">
      <dgm:prSet phldrT="[文本]" phldr="0"/>
      <dgm:spPr/>
      <dgm:t>
        <a:bodyPr/>
        <a:lstStyle/>
        <a:p>
          <a:r>
            <a:rPr lang="zh-CN" altLang="zh-CN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rPr>
            <a:t>组织领导</a:t>
          </a:r>
          <a:endParaRPr lang="en-US" altLang="zh-CN" dirty="0">
            <a:effectLst/>
            <a:latin typeface="Calibri" panose="020F0502020204030204" pitchFamily="34" charset="0"/>
            <a:ea typeface="宋体" panose="02010600030101010101" pitchFamily="2" charset="-122"/>
            <a:cs typeface="Times New Roman" panose="02020603050405020304" pitchFamily="18" charset="0"/>
          </a:endParaRPr>
        </a:p>
        <a:p>
          <a:r>
            <a:rPr lang="zh-CN" altLang="zh-CN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rPr>
            <a:t>统筹规划</a:t>
          </a:r>
          <a:endParaRPr lang="zh-CN" altLang="en-US" dirty="0"/>
        </a:p>
      </dgm:t>
    </dgm:pt>
    <dgm:pt modelId="{4F5454E6-948D-423A-AF91-733F750A10B7}" type="parTrans" cxnId="{EF0A22EE-5AAD-4B57-A1AE-B97CBD2D735A}">
      <dgm:prSet/>
      <dgm:spPr/>
      <dgm:t>
        <a:bodyPr/>
        <a:lstStyle/>
        <a:p>
          <a:endParaRPr lang="zh-CN" altLang="en-US"/>
        </a:p>
      </dgm:t>
    </dgm:pt>
    <dgm:pt modelId="{66368E59-E324-40E5-9D85-0AC7763A350E}" type="sibTrans" cxnId="{EF0A22EE-5AAD-4B57-A1AE-B97CBD2D735A}">
      <dgm:prSet/>
      <dgm:spPr/>
      <dgm:t>
        <a:bodyPr/>
        <a:lstStyle/>
        <a:p>
          <a:endParaRPr lang="zh-CN" altLang="en-US"/>
        </a:p>
      </dgm:t>
    </dgm:pt>
    <dgm:pt modelId="{FA9BC8EA-5AA6-46BC-A5F5-5A052F974B01}">
      <dgm:prSet phldrT="[文本]" phldr="0" custT="1"/>
      <dgm:spPr/>
      <dgm:t>
        <a:bodyPr/>
        <a:lstStyle/>
        <a:p>
          <a:r>
            <a:rPr lang="zh-CN" altLang="en-US" sz="1800" dirty="0"/>
            <a:t>担任轮值部长</a:t>
          </a:r>
          <a:r>
            <a:rPr lang="en-US" altLang="zh-CN" sz="1800" dirty="0"/>
            <a:t>,</a:t>
          </a:r>
          <a:r>
            <a:rPr lang="zh-CN" altLang="en-US" sz="1800" dirty="0"/>
            <a:t>主导筹划樱花节活动、非遗掐丝珐琅制作活动</a:t>
          </a:r>
        </a:p>
      </dgm:t>
    </dgm:pt>
    <dgm:pt modelId="{16BBBAB9-84AE-446C-A913-9642F8394159}" type="parTrans" cxnId="{B8BCC80B-1C65-406D-9B3A-CA06B3CF858E}">
      <dgm:prSet/>
      <dgm:spPr/>
      <dgm:t>
        <a:bodyPr/>
        <a:lstStyle/>
        <a:p>
          <a:endParaRPr lang="zh-CN" altLang="en-US"/>
        </a:p>
      </dgm:t>
    </dgm:pt>
    <dgm:pt modelId="{247AAAB3-45D5-4641-872B-D0CA9683C4CD}" type="sibTrans" cxnId="{B8BCC80B-1C65-406D-9B3A-CA06B3CF858E}">
      <dgm:prSet/>
      <dgm:spPr/>
      <dgm:t>
        <a:bodyPr/>
        <a:lstStyle/>
        <a:p>
          <a:endParaRPr lang="zh-CN" altLang="en-US"/>
        </a:p>
      </dgm:t>
    </dgm:pt>
    <dgm:pt modelId="{23769F42-DAB9-4B3B-AA7F-BC60E2F7C053}">
      <dgm:prSet phldrT="[文本]" phldr="0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dirty="0"/>
            <a:t>责任感</a:t>
          </a:r>
          <a:endParaRPr lang="en-US" altLang="zh-CN" dirty="0"/>
        </a:p>
        <a:p>
          <a:r>
            <a:rPr lang="zh-CN" dirty="0"/>
            <a:t>有魄力</a:t>
          </a:r>
          <a:endParaRPr lang="zh-CN" altLang="en-US" dirty="0"/>
        </a:p>
      </dgm:t>
    </dgm:pt>
    <dgm:pt modelId="{F9DEFA29-841C-4101-8ADE-46E03325C834}" type="parTrans" cxnId="{9ED7AE68-EA55-4E65-93CA-3AEB05E8803F}">
      <dgm:prSet/>
      <dgm:spPr/>
      <dgm:t>
        <a:bodyPr/>
        <a:lstStyle/>
        <a:p>
          <a:endParaRPr lang="zh-CN" altLang="en-US"/>
        </a:p>
      </dgm:t>
    </dgm:pt>
    <dgm:pt modelId="{38BE6929-1A3D-4C0B-B01E-E6C5C4AA4110}" type="sibTrans" cxnId="{9ED7AE68-EA55-4E65-93CA-3AEB05E8803F}">
      <dgm:prSet/>
      <dgm:spPr/>
      <dgm:t>
        <a:bodyPr/>
        <a:lstStyle/>
        <a:p>
          <a:endParaRPr lang="zh-CN" altLang="en-US"/>
        </a:p>
      </dgm:t>
    </dgm:pt>
    <dgm:pt modelId="{5F6AED01-FF13-4E47-8F19-D9CBDF46F5EB}">
      <dgm:prSet phldrT="[文本]"/>
      <dgm:spPr/>
      <dgm:t>
        <a:bodyPr/>
        <a:lstStyle/>
        <a:p>
          <a:r>
            <a:rPr lang="zh-CN" altLang="en-US" dirty="0"/>
            <a:t>用心做好每一次任务，主动担任轮值部长，主动参与劳动包干。</a:t>
          </a:r>
        </a:p>
      </dgm:t>
    </dgm:pt>
    <dgm:pt modelId="{AC6755F8-F645-4408-9D00-7FA2233DD96F}" type="parTrans" cxnId="{D2002BAE-6160-4ABA-ACBC-511888404DA4}">
      <dgm:prSet/>
      <dgm:spPr/>
      <dgm:t>
        <a:bodyPr/>
        <a:lstStyle/>
        <a:p>
          <a:endParaRPr lang="zh-CN" altLang="en-US"/>
        </a:p>
      </dgm:t>
    </dgm:pt>
    <dgm:pt modelId="{1A266FB7-5386-4B90-AD5E-9BECB87D012C}" type="sibTrans" cxnId="{D2002BAE-6160-4ABA-ACBC-511888404DA4}">
      <dgm:prSet/>
      <dgm:spPr/>
      <dgm:t>
        <a:bodyPr/>
        <a:lstStyle/>
        <a:p>
          <a:endParaRPr lang="zh-CN" altLang="en-US"/>
        </a:p>
      </dgm:t>
    </dgm:pt>
    <dgm:pt modelId="{3A851C92-E9F7-4BBE-87AE-8DBD1043BB79}">
      <dgm:prSet phldrT="[文本]"/>
      <dgm:spPr>
        <a:solidFill>
          <a:srgbClr val="F4AD6C"/>
        </a:solidFill>
      </dgm:spPr>
      <dgm:t>
        <a:bodyPr/>
        <a:lstStyle/>
        <a:p>
          <a:r>
            <a:rPr lang="zh-CN" altLang="en-US" dirty="0"/>
            <a:t>性格开朗</a:t>
          </a:r>
          <a:endParaRPr lang="en-US" altLang="zh-CN" dirty="0"/>
        </a:p>
        <a:p>
          <a:r>
            <a:rPr lang="zh-CN" altLang="en-US" dirty="0"/>
            <a:t>有亲和力</a:t>
          </a:r>
        </a:p>
      </dgm:t>
    </dgm:pt>
    <dgm:pt modelId="{8E258878-054C-463A-B1CB-F5E41FA44492}" type="parTrans" cxnId="{841BC3DA-58E2-4124-84F6-2D2848763FF8}">
      <dgm:prSet/>
      <dgm:spPr/>
      <dgm:t>
        <a:bodyPr/>
        <a:lstStyle/>
        <a:p>
          <a:endParaRPr lang="zh-CN" altLang="en-US"/>
        </a:p>
      </dgm:t>
    </dgm:pt>
    <dgm:pt modelId="{FC13CEE7-75B0-452C-94FB-F934CBA6D01A}" type="sibTrans" cxnId="{841BC3DA-58E2-4124-84F6-2D2848763FF8}">
      <dgm:prSet/>
      <dgm:spPr/>
      <dgm:t>
        <a:bodyPr/>
        <a:lstStyle/>
        <a:p>
          <a:endParaRPr lang="zh-CN" altLang="en-US"/>
        </a:p>
      </dgm:t>
    </dgm:pt>
    <dgm:pt modelId="{4EEB31A5-62DD-4CC1-9DF6-8A9E5BB9EAC8}">
      <dgm:prSet phldrT="[文本]"/>
      <dgm:spPr/>
      <dgm:t>
        <a:bodyPr/>
        <a:lstStyle/>
        <a:p>
          <a:r>
            <a:rPr lang="zh-CN" altLang="en-US" dirty="0"/>
            <a:t>和大家相处真诚友善</a:t>
          </a:r>
        </a:p>
      </dgm:t>
    </dgm:pt>
    <dgm:pt modelId="{5F26FAC0-AA51-4832-9B6D-18938A480006}" type="parTrans" cxnId="{57B8AB20-6DB0-42FA-8B4D-5FF49114108F}">
      <dgm:prSet/>
      <dgm:spPr/>
      <dgm:t>
        <a:bodyPr/>
        <a:lstStyle/>
        <a:p>
          <a:endParaRPr lang="zh-CN" altLang="en-US"/>
        </a:p>
      </dgm:t>
    </dgm:pt>
    <dgm:pt modelId="{438AE3C5-40F7-4BDD-97D4-3D3FF2B97096}" type="sibTrans" cxnId="{57B8AB20-6DB0-42FA-8B4D-5FF49114108F}">
      <dgm:prSet/>
      <dgm:spPr/>
      <dgm:t>
        <a:bodyPr/>
        <a:lstStyle/>
        <a:p>
          <a:endParaRPr lang="zh-CN" altLang="en-US"/>
        </a:p>
      </dgm:t>
    </dgm:pt>
    <dgm:pt modelId="{2732B6EF-2182-447B-BFD1-0FFDFA4EB624}">
      <dgm:prSet phldrT="[文本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善于沟通</a:t>
          </a:r>
        </a:p>
      </dgm:t>
    </dgm:pt>
    <dgm:pt modelId="{86B64E2E-9973-467D-9AAB-87778401D14B}" type="parTrans" cxnId="{4A073B28-EB2E-4261-A568-DB0A37B8EFDD}">
      <dgm:prSet/>
      <dgm:spPr/>
      <dgm:t>
        <a:bodyPr/>
        <a:lstStyle/>
        <a:p>
          <a:endParaRPr lang="zh-CN" altLang="en-US"/>
        </a:p>
      </dgm:t>
    </dgm:pt>
    <dgm:pt modelId="{5C888CE7-AF53-45F4-A286-CFABFF5A0936}" type="sibTrans" cxnId="{4A073B28-EB2E-4261-A568-DB0A37B8EFDD}">
      <dgm:prSet/>
      <dgm:spPr/>
      <dgm:t>
        <a:bodyPr/>
        <a:lstStyle/>
        <a:p>
          <a:endParaRPr lang="zh-CN" altLang="en-US"/>
        </a:p>
      </dgm:t>
    </dgm:pt>
    <dgm:pt modelId="{C9828781-26B5-47B5-897B-DC46AAF3ADCD}">
      <dgm:prSet phldrT="[文本]"/>
      <dgm:spPr/>
      <dgm:t>
        <a:bodyPr/>
        <a:lstStyle/>
        <a:p>
          <a:r>
            <a:rPr lang="zh-CN" altLang="en-US" dirty="0"/>
            <a:t>表达简洁，沟通能力强</a:t>
          </a:r>
        </a:p>
      </dgm:t>
    </dgm:pt>
    <dgm:pt modelId="{71689504-5F97-45F4-B8CB-4EE6D8DD588A}" type="parTrans" cxnId="{068AC969-3119-4992-8337-5BC536DE9128}">
      <dgm:prSet/>
      <dgm:spPr/>
      <dgm:t>
        <a:bodyPr/>
        <a:lstStyle/>
        <a:p>
          <a:endParaRPr lang="zh-CN" altLang="en-US"/>
        </a:p>
      </dgm:t>
    </dgm:pt>
    <dgm:pt modelId="{40674E29-055C-40F1-B5C7-741EBD9EA75B}" type="sibTrans" cxnId="{068AC969-3119-4992-8337-5BC536DE9128}">
      <dgm:prSet/>
      <dgm:spPr/>
      <dgm:t>
        <a:bodyPr/>
        <a:lstStyle/>
        <a:p>
          <a:endParaRPr lang="zh-CN" altLang="en-US"/>
        </a:p>
      </dgm:t>
    </dgm:pt>
    <dgm:pt modelId="{198A40C1-9471-4412-A121-FD2DC58B2BBD}" type="pres">
      <dgm:prSet presAssocID="{B172619B-D2E0-4F9F-8E69-514A37B5BCE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B224B06-FC3C-44E5-A849-AA36224C6CB1}" type="pres">
      <dgm:prSet presAssocID="{B172619B-D2E0-4F9F-8E69-514A37B5BCEE}" presName="children" presStyleCnt="0"/>
      <dgm:spPr/>
    </dgm:pt>
    <dgm:pt modelId="{38B85D00-9B24-499D-A707-E967A1E498A4}" type="pres">
      <dgm:prSet presAssocID="{B172619B-D2E0-4F9F-8E69-514A37B5BCEE}" presName="child1group" presStyleCnt="0"/>
      <dgm:spPr/>
    </dgm:pt>
    <dgm:pt modelId="{A58DE023-9305-4780-A6EC-63C848F83E4F}" type="pres">
      <dgm:prSet presAssocID="{B172619B-D2E0-4F9F-8E69-514A37B5BCEE}" presName="child1" presStyleLbl="bgAcc1" presStyleIdx="0" presStyleCnt="4" custScaleX="119788" custScaleY="77269" custLinFactNeighborX="-9499" custLinFactNeighborY="-721"/>
      <dgm:spPr/>
    </dgm:pt>
    <dgm:pt modelId="{555B2136-F880-457D-9CFA-89A59773F948}" type="pres">
      <dgm:prSet presAssocID="{B172619B-D2E0-4F9F-8E69-514A37B5BCEE}" presName="child1Text" presStyleLbl="bgAcc1" presStyleIdx="0" presStyleCnt="4">
        <dgm:presLayoutVars>
          <dgm:bulletEnabled val="1"/>
        </dgm:presLayoutVars>
      </dgm:prSet>
      <dgm:spPr/>
    </dgm:pt>
    <dgm:pt modelId="{DA6E3854-98CE-47E3-9E73-082E461A2208}" type="pres">
      <dgm:prSet presAssocID="{B172619B-D2E0-4F9F-8E69-514A37B5BCEE}" presName="child2group" presStyleCnt="0"/>
      <dgm:spPr/>
    </dgm:pt>
    <dgm:pt modelId="{9E2F75F2-87FA-4373-8AB4-2BC98AD8CBA5}" type="pres">
      <dgm:prSet presAssocID="{B172619B-D2E0-4F9F-8E69-514A37B5BCEE}" presName="child2" presStyleLbl="bgAcc1" presStyleIdx="1" presStyleCnt="4"/>
      <dgm:spPr/>
    </dgm:pt>
    <dgm:pt modelId="{418675EA-85A6-41C2-AE1C-C0F7133B9220}" type="pres">
      <dgm:prSet presAssocID="{B172619B-D2E0-4F9F-8E69-514A37B5BCEE}" presName="child2Text" presStyleLbl="bgAcc1" presStyleIdx="1" presStyleCnt="4">
        <dgm:presLayoutVars>
          <dgm:bulletEnabled val="1"/>
        </dgm:presLayoutVars>
      </dgm:prSet>
      <dgm:spPr/>
    </dgm:pt>
    <dgm:pt modelId="{EBDA4558-38A5-4075-9BA1-63726E29766F}" type="pres">
      <dgm:prSet presAssocID="{B172619B-D2E0-4F9F-8E69-514A37B5BCEE}" presName="child3group" presStyleCnt="0"/>
      <dgm:spPr/>
    </dgm:pt>
    <dgm:pt modelId="{722BFCC8-F07E-4097-94AF-54905A054477}" type="pres">
      <dgm:prSet presAssocID="{B172619B-D2E0-4F9F-8E69-514A37B5BCEE}" presName="child3" presStyleLbl="bgAcc1" presStyleIdx="2" presStyleCnt="4"/>
      <dgm:spPr/>
    </dgm:pt>
    <dgm:pt modelId="{91D3A113-5F8B-4E3D-BFE6-DA3013FC4EAA}" type="pres">
      <dgm:prSet presAssocID="{B172619B-D2E0-4F9F-8E69-514A37B5BCEE}" presName="child3Text" presStyleLbl="bgAcc1" presStyleIdx="2" presStyleCnt="4">
        <dgm:presLayoutVars>
          <dgm:bulletEnabled val="1"/>
        </dgm:presLayoutVars>
      </dgm:prSet>
      <dgm:spPr/>
    </dgm:pt>
    <dgm:pt modelId="{4BA2DA45-4EA2-4906-8470-59A4FDE91D8E}" type="pres">
      <dgm:prSet presAssocID="{B172619B-D2E0-4F9F-8E69-514A37B5BCEE}" presName="child4group" presStyleCnt="0"/>
      <dgm:spPr/>
    </dgm:pt>
    <dgm:pt modelId="{D02C900C-9769-4D67-8B4C-D5982F49E030}" type="pres">
      <dgm:prSet presAssocID="{B172619B-D2E0-4F9F-8E69-514A37B5BCEE}" presName="child4" presStyleLbl="bgAcc1" presStyleIdx="3" presStyleCnt="4" custLinFactNeighborX="-10064" custLinFactNeighborY="0"/>
      <dgm:spPr/>
    </dgm:pt>
    <dgm:pt modelId="{FC3973EA-7707-4798-8F09-83D8392F213E}" type="pres">
      <dgm:prSet presAssocID="{B172619B-D2E0-4F9F-8E69-514A37B5BCEE}" presName="child4Text" presStyleLbl="bgAcc1" presStyleIdx="3" presStyleCnt="4">
        <dgm:presLayoutVars>
          <dgm:bulletEnabled val="1"/>
        </dgm:presLayoutVars>
      </dgm:prSet>
      <dgm:spPr/>
    </dgm:pt>
    <dgm:pt modelId="{2D8A83D7-22A1-4453-AF43-E2535816F4FE}" type="pres">
      <dgm:prSet presAssocID="{B172619B-D2E0-4F9F-8E69-514A37B5BCEE}" presName="childPlaceholder" presStyleCnt="0"/>
      <dgm:spPr/>
    </dgm:pt>
    <dgm:pt modelId="{0FB5D8A3-6FFE-49F4-AD23-3E0BA4C2429A}" type="pres">
      <dgm:prSet presAssocID="{B172619B-D2E0-4F9F-8E69-514A37B5BCEE}" presName="circle" presStyleCnt="0"/>
      <dgm:spPr/>
    </dgm:pt>
    <dgm:pt modelId="{B8EA7083-83DB-47D1-B422-4C49652045E3}" type="pres">
      <dgm:prSet presAssocID="{B172619B-D2E0-4F9F-8E69-514A37B5BCE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2720BBE7-7538-4D0F-9CCC-99ED58773C35}" type="pres">
      <dgm:prSet presAssocID="{B172619B-D2E0-4F9F-8E69-514A37B5BCE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677A73EC-8778-4B0F-9969-5FFEEF6A5925}" type="pres">
      <dgm:prSet presAssocID="{B172619B-D2E0-4F9F-8E69-514A37B5BCE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8B9AB6F-5D01-431A-839B-F591C5E0D3BC}" type="pres">
      <dgm:prSet presAssocID="{B172619B-D2E0-4F9F-8E69-514A37B5BCE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14D15F5D-33DC-4B7B-8E85-BDF25D057563}" type="pres">
      <dgm:prSet presAssocID="{B172619B-D2E0-4F9F-8E69-514A37B5BCEE}" presName="quadrantPlaceholder" presStyleCnt="0"/>
      <dgm:spPr/>
    </dgm:pt>
    <dgm:pt modelId="{71CA4279-F164-4128-B10B-2691A7F8D8D7}" type="pres">
      <dgm:prSet presAssocID="{B172619B-D2E0-4F9F-8E69-514A37B5BCEE}" presName="center1" presStyleLbl="fgShp" presStyleIdx="0" presStyleCnt="2"/>
      <dgm:spPr/>
    </dgm:pt>
    <dgm:pt modelId="{E0AB12E8-0B0E-4F5F-AECF-95792A2260AD}" type="pres">
      <dgm:prSet presAssocID="{B172619B-D2E0-4F9F-8E69-514A37B5BCEE}" presName="center2" presStyleLbl="fgShp" presStyleIdx="1" presStyleCnt="2"/>
      <dgm:spPr/>
    </dgm:pt>
  </dgm:ptLst>
  <dgm:cxnLst>
    <dgm:cxn modelId="{B8BCC80B-1C65-406D-9B3A-CA06B3CF858E}" srcId="{ADF47273-A780-4DA8-A9EA-E6EAE93A26C4}" destId="{FA9BC8EA-5AA6-46BC-A5F5-5A052F974B01}" srcOrd="0" destOrd="0" parTransId="{16BBBAB9-84AE-446C-A913-9642F8394159}" sibTransId="{247AAAB3-45D5-4641-872B-D0CA9683C4CD}"/>
    <dgm:cxn modelId="{958AEB0E-8415-4B7F-AB8A-8B51B6F13564}" type="presOf" srcId="{FA9BC8EA-5AA6-46BC-A5F5-5A052F974B01}" destId="{555B2136-F880-457D-9CFA-89A59773F948}" srcOrd="1" destOrd="0" presId="urn:microsoft.com/office/officeart/2005/8/layout/cycle4"/>
    <dgm:cxn modelId="{57B8AB20-6DB0-42FA-8B4D-5FF49114108F}" srcId="{3A851C92-E9F7-4BBE-87AE-8DBD1043BB79}" destId="{4EEB31A5-62DD-4CC1-9DF6-8A9E5BB9EAC8}" srcOrd="0" destOrd="0" parTransId="{5F26FAC0-AA51-4832-9B6D-18938A480006}" sibTransId="{438AE3C5-40F7-4BDD-97D4-3D3FF2B97096}"/>
    <dgm:cxn modelId="{6BE1E325-17A7-4B5E-B2A2-FD8F7128A6A6}" type="presOf" srcId="{B172619B-D2E0-4F9F-8E69-514A37B5BCEE}" destId="{198A40C1-9471-4412-A121-FD2DC58B2BBD}" srcOrd="0" destOrd="0" presId="urn:microsoft.com/office/officeart/2005/8/layout/cycle4"/>
    <dgm:cxn modelId="{4A073B28-EB2E-4261-A568-DB0A37B8EFDD}" srcId="{B172619B-D2E0-4F9F-8E69-514A37B5BCEE}" destId="{2732B6EF-2182-447B-BFD1-0FFDFA4EB624}" srcOrd="3" destOrd="0" parTransId="{86B64E2E-9973-467D-9AAB-87778401D14B}" sibTransId="{5C888CE7-AF53-45F4-A286-CFABFF5A0936}"/>
    <dgm:cxn modelId="{4157942E-BF6E-4851-93ED-5C4106AAFFDA}" type="presOf" srcId="{4EEB31A5-62DD-4CC1-9DF6-8A9E5BB9EAC8}" destId="{91D3A113-5F8B-4E3D-BFE6-DA3013FC4EAA}" srcOrd="1" destOrd="0" presId="urn:microsoft.com/office/officeart/2005/8/layout/cycle4"/>
    <dgm:cxn modelId="{74F6502F-DB4D-4F32-AAB3-4A630464A640}" type="presOf" srcId="{5F6AED01-FF13-4E47-8F19-D9CBDF46F5EB}" destId="{9E2F75F2-87FA-4373-8AB4-2BC98AD8CBA5}" srcOrd="0" destOrd="0" presId="urn:microsoft.com/office/officeart/2005/8/layout/cycle4"/>
    <dgm:cxn modelId="{DD89F560-3965-446C-8511-8D07F0CF75B0}" type="presOf" srcId="{C9828781-26B5-47B5-897B-DC46AAF3ADCD}" destId="{FC3973EA-7707-4798-8F09-83D8392F213E}" srcOrd="1" destOrd="0" presId="urn:microsoft.com/office/officeart/2005/8/layout/cycle4"/>
    <dgm:cxn modelId="{9ED7AE68-EA55-4E65-93CA-3AEB05E8803F}" srcId="{B172619B-D2E0-4F9F-8E69-514A37B5BCEE}" destId="{23769F42-DAB9-4B3B-AA7F-BC60E2F7C053}" srcOrd="1" destOrd="0" parTransId="{F9DEFA29-841C-4101-8ADE-46E03325C834}" sibTransId="{38BE6929-1A3D-4C0B-B01E-E6C5C4AA4110}"/>
    <dgm:cxn modelId="{068AC969-3119-4992-8337-5BC536DE9128}" srcId="{2732B6EF-2182-447B-BFD1-0FFDFA4EB624}" destId="{C9828781-26B5-47B5-897B-DC46AAF3ADCD}" srcOrd="0" destOrd="0" parTransId="{71689504-5F97-45F4-B8CB-4EE6D8DD588A}" sibTransId="{40674E29-055C-40F1-B5C7-741EBD9EA75B}"/>
    <dgm:cxn modelId="{40676750-D51F-4C63-9BA4-62A73B7C6475}" type="presOf" srcId="{2732B6EF-2182-447B-BFD1-0FFDFA4EB624}" destId="{E8B9AB6F-5D01-431A-839B-F591C5E0D3BC}" srcOrd="0" destOrd="0" presId="urn:microsoft.com/office/officeart/2005/8/layout/cycle4"/>
    <dgm:cxn modelId="{9923C159-CBFD-42AA-B4E1-CF3B511FB88C}" type="presOf" srcId="{C9828781-26B5-47B5-897B-DC46AAF3ADCD}" destId="{D02C900C-9769-4D67-8B4C-D5982F49E030}" srcOrd="0" destOrd="0" presId="urn:microsoft.com/office/officeart/2005/8/layout/cycle4"/>
    <dgm:cxn modelId="{9C25AB7E-6D52-4AE7-95D8-18F576BA6855}" type="presOf" srcId="{4EEB31A5-62DD-4CC1-9DF6-8A9E5BB9EAC8}" destId="{722BFCC8-F07E-4097-94AF-54905A054477}" srcOrd="0" destOrd="0" presId="urn:microsoft.com/office/officeart/2005/8/layout/cycle4"/>
    <dgm:cxn modelId="{87398D86-66DF-4F07-A563-D6D93B8C4D70}" type="presOf" srcId="{3A851C92-E9F7-4BBE-87AE-8DBD1043BB79}" destId="{677A73EC-8778-4B0F-9969-5FFEEF6A5925}" srcOrd="0" destOrd="0" presId="urn:microsoft.com/office/officeart/2005/8/layout/cycle4"/>
    <dgm:cxn modelId="{4167F78A-FB95-4972-8B6C-C9F619CCF47E}" type="presOf" srcId="{FA9BC8EA-5AA6-46BC-A5F5-5A052F974B01}" destId="{A58DE023-9305-4780-A6EC-63C848F83E4F}" srcOrd="0" destOrd="0" presId="urn:microsoft.com/office/officeart/2005/8/layout/cycle4"/>
    <dgm:cxn modelId="{0B1DB1A0-50FE-43C2-B02E-824C1EC5077B}" type="presOf" srcId="{5F6AED01-FF13-4E47-8F19-D9CBDF46F5EB}" destId="{418675EA-85A6-41C2-AE1C-C0F7133B9220}" srcOrd="1" destOrd="0" presId="urn:microsoft.com/office/officeart/2005/8/layout/cycle4"/>
    <dgm:cxn modelId="{D2002BAE-6160-4ABA-ACBC-511888404DA4}" srcId="{23769F42-DAB9-4B3B-AA7F-BC60E2F7C053}" destId="{5F6AED01-FF13-4E47-8F19-D9CBDF46F5EB}" srcOrd="0" destOrd="0" parTransId="{AC6755F8-F645-4408-9D00-7FA2233DD96F}" sibTransId="{1A266FB7-5386-4B90-AD5E-9BECB87D012C}"/>
    <dgm:cxn modelId="{15275AB5-C1EA-4316-BAF2-70F850BD94EC}" type="presOf" srcId="{23769F42-DAB9-4B3B-AA7F-BC60E2F7C053}" destId="{2720BBE7-7538-4D0F-9CCC-99ED58773C35}" srcOrd="0" destOrd="0" presId="urn:microsoft.com/office/officeart/2005/8/layout/cycle4"/>
    <dgm:cxn modelId="{AFFEA4BC-E861-4391-83E3-F9AD9AE15DE5}" type="presOf" srcId="{ADF47273-A780-4DA8-A9EA-E6EAE93A26C4}" destId="{B8EA7083-83DB-47D1-B422-4C49652045E3}" srcOrd="0" destOrd="0" presId="urn:microsoft.com/office/officeart/2005/8/layout/cycle4"/>
    <dgm:cxn modelId="{841BC3DA-58E2-4124-84F6-2D2848763FF8}" srcId="{B172619B-D2E0-4F9F-8E69-514A37B5BCEE}" destId="{3A851C92-E9F7-4BBE-87AE-8DBD1043BB79}" srcOrd="2" destOrd="0" parTransId="{8E258878-054C-463A-B1CB-F5E41FA44492}" sibTransId="{FC13CEE7-75B0-452C-94FB-F934CBA6D01A}"/>
    <dgm:cxn modelId="{EF0A22EE-5AAD-4B57-A1AE-B97CBD2D735A}" srcId="{B172619B-D2E0-4F9F-8E69-514A37B5BCEE}" destId="{ADF47273-A780-4DA8-A9EA-E6EAE93A26C4}" srcOrd="0" destOrd="0" parTransId="{4F5454E6-948D-423A-AF91-733F750A10B7}" sibTransId="{66368E59-E324-40E5-9D85-0AC7763A350E}"/>
    <dgm:cxn modelId="{1705A75F-C635-4FFB-B960-2A5D02F8DE28}" type="presParOf" srcId="{198A40C1-9471-4412-A121-FD2DC58B2BBD}" destId="{7B224B06-FC3C-44E5-A849-AA36224C6CB1}" srcOrd="0" destOrd="0" presId="urn:microsoft.com/office/officeart/2005/8/layout/cycle4"/>
    <dgm:cxn modelId="{BCD0C296-78D9-4116-B9D4-4376D031F273}" type="presParOf" srcId="{7B224B06-FC3C-44E5-A849-AA36224C6CB1}" destId="{38B85D00-9B24-499D-A707-E967A1E498A4}" srcOrd="0" destOrd="0" presId="urn:microsoft.com/office/officeart/2005/8/layout/cycle4"/>
    <dgm:cxn modelId="{152D2BA5-E833-4F2B-A561-D8E7AD8A19E0}" type="presParOf" srcId="{38B85D00-9B24-499D-A707-E967A1E498A4}" destId="{A58DE023-9305-4780-A6EC-63C848F83E4F}" srcOrd="0" destOrd="0" presId="urn:microsoft.com/office/officeart/2005/8/layout/cycle4"/>
    <dgm:cxn modelId="{FCA04772-AF28-4CD5-8931-30A47E0FB389}" type="presParOf" srcId="{38B85D00-9B24-499D-A707-E967A1E498A4}" destId="{555B2136-F880-457D-9CFA-89A59773F948}" srcOrd="1" destOrd="0" presId="urn:microsoft.com/office/officeart/2005/8/layout/cycle4"/>
    <dgm:cxn modelId="{7ADE2FE1-F7D1-4852-A31B-0DF430FBDCF3}" type="presParOf" srcId="{7B224B06-FC3C-44E5-A849-AA36224C6CB1}" destId="{DA6E3854-98CE-47E3-9E73-082E461A2208}" srcOrd="1" destOrd="0" presId="urn:microsoft.com/office/officeart/2005/8/layout/cycle4"/>
    <dgm:cxn modelId="{B1FEF67C-97BF-46FC-8F40-BC99078497A0}" type="presParOf" srcId="{DA6E3854-98CE-47E3-9E73-082E461A2208}" destId="{9E2F75F2-87FA-4373-8AB4-2BC98AD8CBA5}" srcOrd="0" destOrd="0" presId="urn:microsoft.com/office/officeart/2005/8/layout/cycle4"/>
    <dgm:cxn modelId="{8AC2C01D-84AA-4879-81DF-E91E6BDA2077}" type="presParOf" srcId="{DA6E3854-98CE-47E3-9E73-082E461A2208}" destId="{418675EA-85A6-41C2-AE1C-C0F7133B9220}" srcOrd="1" destOrd="0" presId="urn:microsoft.com/office/officeart/2005/8/layout/cycle4"/>
    <dgm:cxn modelId="{CB154F8C-8B1C-46F7-A4BB-C400A43E2D2A}" type="presParOf" srcId="{7B224B06-FC3C-44E5-A849-AA36224C6CB1}" destId="{EBDA4558-38A5-4075-9BA1-63726E29766F}" srcOrd="2" destOrd="0" presId="urn:microsoft.com/office/officeart/2005/8/layout/cycle4"/>
    <dgm:cxn modelId="{C177D173-1F84-46BE-A528-7F509816B9E9}" type="presParOf" srcId="{EBDA4558-38A5-4075-9BA1-63726E29766F}" destId="{722BFCC8-F07E-4097-94AF-54905A054477}" srcOrd="0" destOrd="0" presId="urn:microsoft.com/office/officeart/2005/8/layout/cycle4"/>
    <dgm:cxn modelId="{E2575D20-6E36-4712-B4DE-707547507182}" type="presParOf" srcId="{EBDA4558-38A5-4075-9BA1-63726E29766F}" destId="{91D3A113-5F8B-4E3D-BFE6-DA3013FC4EAA}" srcOrd="1" destOrd="0" presId="urn:microsoft.com/office/officeart/2005/8/layout/cycle4"/>
    <dgm:cxn modelId="{9EF18376-CC51-4072-93DB-987E51415CB8}" type="presParOf" srcId="{7B224B06-FC3C-44E5-A849-AA36224C6CB1}" destId="{4BA2DA45-4EA2-4906-8470-59A4FDE91D8E}" srcOrd="3" destOrd="0" presId="urn:microsoft.com/office/officeart/2005/8/layout/cycle4"/>
    <dgm:cxn modelId="{FF7AE4BD-E41F-4983-8551-A1EF5F31B8A6}" type="presParOf" srcId="{4BA2DA45-4EA2-4906-8470-59A4FDE91D8E}" destId="{D02C900C-9769-4D67-8B4C-D5982F49E030}" srcOrd="0" destOrd="0" presId="urn:microsoft.com/office/officeart/2005/8/layout/cycle4"/>
    <dgm:cxn modelId="{391ECABD-88F0-4BBF-84E0-CE7A912945E6}" type="presParOf" srcId="{4BA2DA45-4EA2-4906-8470-59A4FDE91D8E}" destId="{FC3973EA-7707-4798-8F09-83D8392F213E}" srcOrd="1" destOrd="0" presId="urn:microsoft.com/office/officeart/2005/8/layout/cycle4"/>
    <dgm:cxn modelId="{F3748D89-C8D0-4750-B89A-0E61FE075EF2}" type="presParOf" srcId="{7B224B06-FC3C-44E5-A849-AA36224C6CB1}" destId="{2D8A83D7-22A1-4453-AF43-E2535816F4FE}" srcOrd="4" destOrd="0" presId="urn:microsoft.com/office/officeart/2005/8/layout/cycle4"/>
    <dgm:cxn modelId="{E900B982-7774-4A7A-B4C4-475832D30526}" type="presParOf" srcId="{198A40C1-9471-4412-A121-FD2DC58B2BBD}" destId="{0FB5D8A3-6FFE-49F4-AD23-3E0BA4C2429A}" srcOrd="1" destOrd="0" presId="urn:microsoft.com/office/officeart/2005/8/layout/cycle4"/>
    <dgm:cxn modelId="{D373270D-9175-4298-A30F-DA085BEE8E9A}" type="presParOf" srcId="{0FB5D8A3-6FFE-49F4-AD23-3E0BA4C2429A}" destId="{B8EA7083-83DB-47D1-B422-4C49652045E3}" srcOrd="0" destOrd="0" presId="urn:microsoft.com/office/officeart/2005/8/layout/cycle4"/>
    <dgm:cxn modelId="{90FE5117-CAF3-4814-83B4-7A1B23439B88}" type="presParOf" srcId="{0FB5D8A3-6FFE-49F4-AD23-3E0BA4C2429A}" destId="{2720BBE7-7538-4D0F-9CCC-99ED58773C35}" srcOrd="1" destOrd="0" presId="urn:microsoft.com/office/officeart/2005/8/layout/cycle4"/>
    <dgm:cxn modelId="{FA3A1D5A-3028-4FDA-ACCB-A854C506CB55}" type="presParOf" srcId="{0FB5D8A3-6FFE-49F4-AD23-3E0BA4C2429A}" destId="{677A73EC-8778-4B0F-9969-5FFEEF6A5925}" srcOrd="2" destOrd="0" presId="urn:microsoft.com/office/officeart/2005/8/layout/cycle4"/>
    <dgm:cxn modelId="{E5BA0D32-C74F-40EF-A98E-BD095243BB4B}" type="presParOf" srcId="{0FB5D8A3-6FFE-49F4-AD23-3E0BA4C2429A}" destId="{E8B9AB6F-5D01-431A-839B-F591C5E0D3BC}" srcOrd="3" destOrd="0" presId="urn:microsoft.com/office/officeart/2005/8/layout/cycle4"/>
    <dgm:cxn modelId="{6BBF2BED-A9F9-43F3-8C3B-8683CFBB2B58}" type="presParOf" srcId="{0FB5D8A3-6FFE-49F4-AD23-3E0BA4C2429A}" destId="{14D15F5D-33DC-4B7B-8E85-BDF25D057563}" srcOrd="4" destOrd="0" presId="urn:microsoft.com/office/officeart/2005/8/layout/cycle4"/>
    <dgm:cxn modelId="{A58FAA51-4631-4EDD-88BC-249392862B5E}" type="presParOf" srcId="{198A40C1-9471-4412-A121-FD2DC58B2BBD}" destId="{71CA4279-F164-4128-B10B-2691A7F8D8D7}" srcOrd="2" destOrd="0" presId="urn:microsoft.com/office/officeart/2005/8/layout/cycle4"/>
    <dgm:cxn modelId="{3FE60B9A-7018-4EAC-B9A7-875E25AAA410}" type="presParOf" srcId="{198A40C1-9471-4412-A121-FD2DC58B2BBD}" destId="{E0AB12E8-0B0E-4F5F-AECF-95792A2260A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0E35E9-C576-4497-8A70-66084F8A3385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EEB13E9-E1B3-41FC-BBC6-5C8ED9EDB561}">
      <dgm:prSet/>
      <dgm:spPr/>
      <dgm:t>
        <a:bodyPr/>
        <a:lstStyle/>
        <a:p>
          <a:endParaRPr lang="zh-CN" altLang="en-US"/>
        </a:p>
      </dgm:t>
    </dgm:pt>
    <dgm:pt modelId="{37FFD3C7-EAEF-4BB3-A72C-A931B3FB27FA}" type="parTrans" cxnId="{CEE70D37-D2C3-4367-AB66-AAAB8D35422F}">
      <dgm:prSet/>
      <dgm:spPr/>
      <dgm:t>
        <a:bodyPr/>
        <a:lstStyle/>
        <a:p>
          <a:endParaRPr lang="zh-CN" altLang="en-US"/>
        </a:p>
      </dgm:t>
    </dgm:pt>
    <dgm:pt modelId="{EC404EEF-F4F4-4CA5-83B8-FD4B1CF1510C}" type="sibTrans" cxnId="{CEE70D37-D2C3-4367-AB66-AAAB8D35422F}">
      <dgm:prSet/>
      <dgm:spPr>
        <a:blipFill dpi="0" rotWithShape="1">
          <a:blip xmlns:r="http://schemas.openxmlformats.org/officeDocument/2006/relationships" r:embed="rId1"/>
          <a:srcRect/>
          <a:stretch>
            <a:fillRect l="-17000" t="886" r="-17000" b="-886"/>
          </a:stretch>
        </a:blipFill>
      </dgm:spPr>
      <dgm:t>
        <a:bodyPr/>
        <a:lstStyle/>
        <a:p>
          <a:endParaRPr lang="zh-CN" altLang="en-US"/>
        </a:p>
      </dgm:t>
    </dgm:pt>
    <dgm:pt modelId="{5CD84C05-2B06-475F-9672-49CA6E380674}">
      <dgm:prSet phldrT="[文本]" phldr="1"/>
      <dgm:spPr/>
      <dgm:t>
        <a:bodyPr/>
        <a:lstStyle/>
        <a:p>
          <a:endParaRPr lang="zh-CN" altLang="en-US"/>
        </a:p>
      </dgm:t>
    </dgm:pt>
    <dgm:pt modelId="{434615EB-6106-4CE3-A6E8-E0EF2051E96E}" type="parTrans" cxnId="{2B6428F5-FAD2-4B6F-ACDC-C0E40626B8D8}">
      <dgm:prSet/>
      <dgm:spPr/>
      <dgm:t>
        <a:bodyPr/>
        <a:lstStyle/>
        <a:p>
          <a:endParaRPr lang="zh-CN" altLang="en-US"/>
        </a:p>
      </dgm:t>
    </dgm:pt>
    <dgm:pt modelId="{27AB4935-1D3A-43BA-B7DF-32A15D4E9A58}" type="sibTrans" cxnId="{2B6428F5-FAD2-4B6F-ACDC-C0E40626B8D8}">
      <dgm:prSet/>
      <dgm:spPr>
        <a:blipFill dpi="0" rotWithShape="1">
          <a:blip xmlns:r="http://schemas.openxmlformats.org/officeDocument/2006/relationships" r:embed="rId2"/>
          <a:srcRect/>
          <a:stretch>
            <a:fillRect l="-16000" t="1756" r="-16000" b="-1756"/>
          </a:stretch>
        </a:blipFill>
      </dgm:spPr>
      <dgm:t>
        <a:bodyPr/>
        <a:lstStyle/>
        <a:p>
          <a:endParaRPr lang="zh-CN" altLang="en-US"/>
        </a:p>
      </dgm:t>
    </dgm:pt>
    <dgm:pt modelId="{A5665724-82A7-458A-8CA0-759CD8DB9D6B}">
      <dgm:prSet phldrT="[文本]" phldr="1"/>
      <dgm:spPr/>
      <dgm:t>
        <a:bodyPr/>
        <a:lstStyle/>
        <a:p>
          <a:endParaRPr lang="zh-CN" altLang="en-US"/>
        </a:p>
      </dgm:t>
    </dgm:pt>
    <dgm:pt modelId="{E2B6EC2C-883C-445C-8479-07C4B8F9E16B}" type="parTrans" cxnId="{DAD07108-331F-4E86-8F34-E31D8BDD16E0}">
      <dgm:prSet/>
      <dgm:spPr/>
      <dgm:t>
        <a:bodyPr/>
        <a:lstStyle/>
        <a:p>
          <a:endParaRPr lang="zh-CN" altLang="en-US"/>
        </a:p>
      </dgm:t>
    </dgm:pt>
    <dgm:pt modelId="{28F27994-F87B-4240-ABB7-462D3F312A2E}" type="sibTrans" cxnId="{DAD07108-331F-4E86-8F34-E31D8BDD16E0}">
      <dgm:prSet/>
      <dgm:spPr>
        <a:blipFill>
          <a:blip xmlns:r="http://schemas.openxmlformats.org/officeDocument/2006/relationships" r:embed="rId3"/>
          <a:srcRect/>
          <a:stretch>
            <a:fillRect t="-17000" b="-17000"/>
          </a:stretch>
        </a:blipFill>
      </dgm:spPr>
      <dgm:t>
        <a:bodyPr/>
        <a:lstStyle/>
        <a:p>
          <a:endParaRPr lang="zh-CN" altLang="en-US"/>
        </a:p>
      </dgm:t>
    </dgm:pt>
    <dgm:pt modelId="{1B26A16B-882F-488A-BB82-80F96D38FB2F}">
      <dgm:prSet phldrT="[文本]" phldr="1"/>
      <dgm:spPr/>
      <dgm:t>
        <a:bodyPr/>
        <a:lstStyle/>
        <a:p>
          <a:endParaRPr lang="zh-CN" altLang="en-US"/>
        </a:p>
      </dgm:t>
    </dgm:pt>
    <dgm:pt modelId="{C25BBE59-8F3D-4886-BBE4-C5FDDFF085F6}" type="parTrans" cxnId="{6F81E625-0E18-43DF-8938-FFDEB8ECEF66}">
      <dgm:prSet/>
      <dgm:spPr/>
      <dgm:t>
        <a:bodyPr/>
        <a:lstStyle/>
        <a:p>
          <a:endParaRPr lang="zh-CN" altLang="en-US"/>
        </a:p>
      </dgm:t>
    </dgm:pt>
    <dgm:pt modelId="{15ACA447-E5A0-4200-A17E-461187F29BA3}" type="sibTrans" cxnId="{6F81E625-0E18-43DF-8938-FFDEB8ECEF66}">
      <dgm:prSet/>
      <dgm:spPr>
        <a:blipFill dpi="0" rotWithShape="1">
          <a:blip xmlns:r="http://schemas.openxmlformats.org/officeDocument/2006/relationships" r:embed="rId4"/>
          <a:srcRect/>
          <a:stretch>
            <a:fillRect l="-14000" t="1251" r="-14000" b="-2429"/>
          </a:stretch>
        </a:blipFill>
      </dgm:spPr>
      <dgm:t>
        <a:bodyPr/>
        <a:lstStyle/>
        <a:p>
          <a:endParaRPr lang="zh-CN" altLang="en-US"/>
        </a:p>
      </dgm:t>
    </dgm:pt>
    <dgm:pt modelId="{0B31CC9D-8537-42A8-870C-34B0A13AEA68}" type="pres">
      <dgm:prSet presAssocID="{2D0E35E9-C576-4497-8A70-66084F8A3385}" presName="Name0" presStyleCnt="0">
        <dgm:presLayoutVars>
          <dgm:chMax val="7"/>
          <dgm:chPref val="7"/>
          <dgm:dir/>
        </dgm:presLayoutVars>
      </dgm:prSet>
      <dgm:spPr/>
    </dgm:pt>
    <dgm:pt modelId="{67997849-7BFB-4B00-8861-4F853BF197AC}" type="pres">
      <dgm:prSet presAssocID="{2D0E35E9-C576-4497-8A70-66084F8A3385}" presName="Name1" presStyleCnt="0"/>
      <dgm:spPr/>
    </dgm:pt>
    <dgm:pt modelId="{A2957687-B5C7-4D8F-A543-12168B6A57F8}" type="pres">
      <dgm:prSet presAssocID="{EC404EEF-F4F4-4CA5-83B8-FD4B1CF1510C}" presName="picture_1" presStyleCnt="0"/>
      <dgm:spPr/>
    </dgm:pt>
    <dgm:pt modelId="{BA13A4CF-FB0B-4513-83F9-B97C9DB45689}" type="pres">
      <dgm:prSet presAssocID="{EC404EEF-F4F4-4CA5-83B8-FD4B1CF1510C}" presName="pictureRepeatNode" presStyleLbl="alignImgPlace1" presStyleIdx="0" presStyleCnt="4" custScaleX="100098" custLinFactNeighborX="933" custLinFactNeighborY="5807"/>
      <dgm:spPr/>
    </dgm:pt>
    <dgm:pt modelId="{08482C57-B5F1-46E1-8040-CE3546EF8034}" type="pres">
      <dgm:prSet presAssocID="{CEEB13E9-E1B3-41FC-BBC6-5C8ED9EDB561}" presName="text_1" presStyleLbl="node1" presStyleIdx="0" presStyleCnt="0">
        <dgm:presLayoutVars>
          <dgm:bulletEnabled val="1"/>
        </dgm:presLayoutVars>
      </dgm:prSet>
      <dgm:spPr/>
    </dgm:pt>
    <dgm:pt modelId="{4750058D-AF4F-496D-BEF8-A90E1B98F7A6}" type="pres">
      <dgm:prSet presAssocID="{27AB4935-1D3A-43BA-B7DF-32A15D4E9A58}" presName="picture_2" presStyleCnt="0"/>
      <dgm:spPr/>
    </dgm:pt>
    <dgm:pt modelId="{A49F545C-39A1-43AF-A6E0-D802AC2ADE27}" type="pres">
      <dgm:prSet presAssocID="{27AB4935-1D3A-43BA-B7DF-32A15D4E9A58}" presName="pictureRepeatNode" presStyleLbl="alignImgPlace1" presStyleIdx="1" presStyleCnt="4" custScaleX="171104" custScaleY="168193"/>
      <dgm:spPr/>
    </dgm:pt>
    <dgm:pt modelId="{344A1349-29EF-43B3-9556-A636153C6E3D}" type="pres">
      <dgm:prSet presAssocID="{5CD84C05-2B06-475F-9672-49CA6E380674}" presName="line_2" presStyleLbl="parChTrans1D1" presStyleIdx="0" presStyleCnt="3"/>
      <dgm:spPr/>
    </dgm:pt>
    <dgm:pt modelId="{2AB7D96F-8DEC-4E87-A782-D9633FC0D427}" type="pres">
      <dgm:prSet presAssocID="{5CD84C05-2B06-475F-9672-49CA6E380674}" presName="textparent_2" presStyleLbl="node1" presStyleIdx="0" presStyleCnt="0"/>
      <dgm:spPr/>
    </dgm:pt>
    <dgm:pt modelId="{1E1FD8FA-BA2F-4AD2-8356-45D8646A8A6B}" type="pres">
      <dgm:prSet presAssocID="{5CD84C05-2B06-475F-9672-49CA6E380674}" presName="text_2" presStyleLbl="revTx" presStyleIdx="0" presStyleCnt="3">
        <dgm:presLayoutVars>
          <dgm:bulletEnabled val="1"/>
        </dgm:presLayoutVars>
      </dgm:prSet>
      <dgm:spPr/>
    </dgm:pt>
    <dgm:pt modelId="{2947DD4D-9C12-4B5B-A5FB-17C7A03530AA}" type="pres">
      <dgm:prSet presAssocID="{28F27994-F87B-4240-ABB7-462D3F312A2E}" presName="picture_3" presStyleCnt="0"/>
      <dgm:spPr/>
    </dgm:pt>
    <dgm:pt modelId="{F9B3A258-DC45-4752-830D-7C8243C4CA88}" type="pres">
      <dgm:prSet presAssocID="{28F27994-F87B-4240-ABB7-462D3F312A2E}" presName="pictureRepeatNode" presStyleLbl="alignImgPlace1" presStyleIdx="2" presStyleCnt="4" custScaleX="154709" custScaleY="154729"/>
      <dgm:spPr/>
    </dgm:pt>
    <dgm:pt modelId="{33EC410C-B6EE-48CD-B5AC-A11E927CF49A}" type="pres">
      <dgm:prSet presAssocID="{A5665724-82A7-458A-8CA0-759CD8DB9D6B}" presName="line_3" presStyleLbl="parChTrans1D1" presStyleIdx="1" presStyleCnt="3"/>
      <dgm:spPr/>
    </dgm:pt>
    <dgm:pt modelId="{1E9509AA-0B0E-49BD-B16E-27020707C3AB}" type="pres">
      <dgm:prSet presAssocID="{A5665724-82A7-458A-8CA0-759CD8DB9D6B}" presName="textparent_3" presStyleLbl="node1" presStyleIdx="0" presStyleCnt="0"/>
      <dgm:spPr/>
    </dgm:pt>
    <dgm:pt modelId="{2E4A227A-E5CC-4169-9C7E-57E8F47797A1}" type="pres">
      <dgm:prSet presAssocID="{A5665724-82A7-458A-8CA0-759CD8DB9D6B}" presName="text_3" presStyleLbl="revTx" presStyleIdx="1" presStyleCnt="3">
        <dgm:presLayoutVars>
          <dgm:bulletEnabled val="1"/>
        </dgm:presLayoutVars>
      </dgm:prSet>
      <dgm:spPr/>
    </dgm:pt>
    <dgm:pt modelId="{3EB60BC6-664B-493D-B4DE-61096E520E82}" type="pres">
      <dgm:prSet presAssocID="{15ACA447-E5A0-4200-A17E-461187F29BA3}" presName="picture_4" presStyleCnt="0"/>
      <dgm:spPr/>
    </dgm:pt>
    <dgm:pt modelId="{2820F4F6-6CBD-4BB5-8DC3-4968131B1ECD}" type="pres">
      <dgm:prSet presAssocID="{15ACA447-E5A0-4200-A17E-461187F29BA3}" presName="pictureRepeatNode" presStyleLbl="alignImgPlace1" presStyleIdx="3" presStyleCnt="4" custScaleX="166872" custScaleY="160511" custLinFactNeighborY="2241"/>
      <dgm:spPr/>
    </dgm:pt>
    <dgm:pt modelId="{5D076350-9552-452B-BE4E-CDF1B364188B}" type="pres">
      <dgm:prSet presAssocID="{1B26A16B-882F-488A-BB82-80F96D38FB2F}" presName="line_4" presStyleLbl="parChTrans1D1" presStyleIdx="2" presStyleCnt="3"/>
      <dgm:spPr/>
    </dgm:pt>
    <dgm:pt modelId="{409F2C33-5BEB-4868-A094-562C3333CE2F}" type="pres">
      <dgm:prSet presAssocID="{1B26A16B-882F-488A-BB82-80F96D38FB2F}" presName="textparent_4" presStyleLbl="node1" presStyleIdx="0" presStyleCnt="0"/>
      <dgm:spPr/>
    </dgm:pt>
    <dgm:pt modelId="{9E0BBFE5-A445-4DAA-B851-9F9AD8B9A29A}" type="pres">
      <dgm:prSet presAssocID="{1B26A16B-882F-488A-BB82-80F96D38FB2F}" presName="text_4" presStyleLbl="revTx" presStyleIdx="2" presStyleCnt="3">
        <dgm:presLayoutVars>
          <dgm:bulletEnabled val="1"/>
        </dgm:presLayoutVars>
      </dgm:prSet>
      <dgm:spPr/>
    </dgm:pt>
  </dgm:ptLst>
  <dgm:cxnLst>
    <dgm:cxn modelId="{5943F505-5E31-4C95-A7F5-12045D32FDB2}" type="presOf" srcId="{5CD84C05-2B06-475F-9672-49CA6E380674}" destId="{1E1FD8FA-BA2F-4AD2-8356-45D8646A8A6B}" srcOrd="0" destOrd="0" presId="urn:microsoft.com/office/officeart/2008/layout/CircularPictureCallout"/>
    <dgm:cxn modelId="{DAD07108-331F-4E86-8F34-E31D8BDD16E0}" srcId="{2D0E35E9-C576-4497-8A70-66084F8A3385}" destId="{A5665724-82A7-458A-8CA0-759CD8DB9D6B}" srcOrd="2" destOrd="0" parTransId="{E2B6EC2C-883C-445C-8479-07C4B8F9E16B}" sibTransId="{28F27994-F87B-4240-ABB7-462D3F312A2E}"/>
    <dgm:cxn modelId="{6E95430E-997F-4FDF-A2EA-CB11E7CA920F}" type="presOf" srcId="{2D0E35E9-C576-4497-8A70-66084F8A3385}" destId="{0B31CC9D-8537-42A8-870C-34B0A13AEA68}" srcOrd="0" destOrd="0" presId="urn:microsoft.com/office/officeart/2008/layout/CircularPictureCallout"/>
    <dgm:cxn modelId="{C6840016-93FE-495E-A532-B27EECC309C9}" type="presOf" srcId="{CEEB13E9-E1B3-41FC-BBC6-5C8ED9EDB561}" destId="{08482C57-B5F1-46E1-8040-CE3546EF8034}" srcOrd="0" destOrd="0" presId="urn:microsoft.com/office/officeart/2008/layout/CircularPictureCallout"/>
    <dgm:cxn modelId="{6F81E625-0E18-43DF-8938-FFDEB8ECEF66}" srcId="{2D0E35E9-C576-4497-8A70-66084F8A3385}" destId="{1B26A16B-882F-488A-BB82-80F96D38FB2F}" srcOrd="3" destOrd="0" parTransId="{C25BBE59-8F3D-4886-BBE4-C5FDDFF085F6}" sibTransId="{15ACA447-E5A0-4200-A17E-461187F29BA3}"/>
    <dgm:cxn modelId="{CEE70D37-D2C3-4367-AB66-AAAB8D35422F}" srcId="{2D0E35E9-C576-4497-8A70-66084F8A3385}" destId="{CEEB13E9-E1B3-41FC-BBC6-5C8ED9EDB561}" srcOrd="0" destOrd="0" parTransId="{37FFD3C7-EAEF-4BB3-A72C-A931B3FB27FA}" sibTransId="{EC404EEF-F4F4-4CA5-83B8-FD4B1CF1510C}"/>
    <dgm:cxn modelId="{9D47F46B-85D6-4839-9041-A393C867B7B2}" type="presOf" srcId="{A5665724-82A7-458A-8CA0-759CD8DB9D6B}" destId="{2E4A227A-E5CC-4169-9C7E-57E8F47797A1}" srcOrd="0" destOrd="0" presId="urn:microsoft.com/office/officeart/2008/layout/CircularPictureCallout"/>
    <dgm:cxn modelId="{BBC63F70-1055-4A6B-ADBB-86CE674AA1E2}" type="presOf" srcId="{27AB4935-1D3A-43BA-B7DF-32A15D4E9A58}" destId="{A49F545C-39A1-43AF-A6E0-D802AC2ADE27}" srcOrd="0" destOrd="0" presId="urn:microsoft.com/office/officeart/2008/layout/CircularPictureCallout"/>
    <dgm:cxn modelId="{CC6CD2C7-C793-41A2-B25E-063A568016A4}" type="presOf" srcId="{1B26A16B-882F-488A-BB82-80F96D38FB2F}" destId="{9E0BBFE5-A445-4DAA-B851-9F9AD8B9A29A}" srcOrd="0" destOrd="0" presId="urn:microsoft.com/office/officeart/2008/layout/CircularPictureCallout"/>
    <dgm:cxn modelId="{D11A87CB-8243-43BF-945A-2DC833999144}" type="presOf" srcId="{28F27994-F87B-4240-ABB7-462D3F312A2E}" destId="{F9B3A258-DC45-4752-830D-7C8243C4CA88}" srcOrd="0" destOrd="0" presId="urn:microsoft.com/office/officeart/2008/layout/CircularPictureCallout"/>
    <dgm:cxn modelId="{A1E49CD1-C492-46EC-A5C5-E81E00F39714}" type="presOf" srcId="{EC404EEF-F4F4-4CA5-83B8-FD4B1CF1510C}" destId="{BA13A4CF-FB0B-4513-83F9-B97C9DB45689}" srcOrd="0" destOrd="0" presId="urn:microsoft.com/office/officeart/2008/layout/CircularPictureCallout"/>
    <dgm:cxn modelId="{DEAF26E2-923E-4F76-ADD9-9A5C1A8394BD}" type="presOf" srcId="{15ACA447-E5A0-4200-A17E-461187F29BA3}" destId="{2820F4F6-6CBD-4BB5-8DC3-4968131B1ECD}" srcOrd="0" destOrd="0" presId="urn:microsoft.com/office/officeart/2008/layout/CircularPictureCallout"/>
    <dgm:cxn modelId="{2B6428F5-FAD2-4B6F-ACDC-C0E40626B8D8}" srcId="{2D0E35E9-C576-4497-8A70-66084F8A3385}" destId="{5CD84C05-2B06-475F-9672-49CA6E380674}" srcOrd="1" destOrd="0" parTransId="{434615EB-6106-4CE3-A6E8-E0EF2051E96E}" sibTransId="{27AB4935-1D3A-43BA-B7DF-32A15D4E9A58}"/>
    <dgm:cxn modelId="{C5AD27B3-C683-493A-B648-449D81C973B8}" type="presParOf" srcId="{0B31CC9D-8537-42A8-870C-34B0A13AEA68}" destId="{67997849-7BFB-4B00-8861-4F853BF197AC}" srcOrd="0" destOrd="0" presId="urn:microsoft.com/office/officeart/2008/layout/CircularPictureCallout"/>
    <dgm:cxn modelId="{717020FB-836D-4427-8B6E-BE9A7E789E9D}" type="presParOf" srcId="{67997849-7BFB-4B00-8861-4F853BF197AC}" destId="{A2957687-B5C7-4D8F-A543-12168B6A57F8}" srcOrd="0" destOrd="0" presId="urn:microsoft.com/office/officeart/2008/layout/CircularPictureCallout"/>
    <dgm:cxn modelId="{53CBDDC8-AAF1-4236-AFDE-9DE3FE6D316F}" type="presParOf" srcId="{A2957687-B5C7-4D8F-A543-12168B6A57F8}" destId="{BA13A4CF-FB0B-4513-83F9-B97C9DB45689}" srcOrd="0" destOrd="0" presId="urn:microsoft.com/office/officeart/2008/layout/CircularPictureCallout"/>
    <dgm:cxn modelId="{363CAA2B-DE18-4316-A0F0-4A64718959DB}" type="presParOf" srcId="{67997849-7BFB-4B00-8861-4F853BF197AC}" destId="{08482C57-B5F1-46E1-8040-CE3546EF8034}" srcOrd="1" destOrd="0" presId="urn:microsoft.com/office/officeart/2008/layout/CircularPictureCallout"/>
    <dgm:cxn modelId="{E5D48BB6-7F0A-4E26-9607-964736D77684}" type="presParOf" srcId="{67997849-7BFB-4B00-8861-4F853BF197AC}" destId="{4750058D-AF4F-496D-BEF8-A90E1B98F7A6}" srcOrd="2" destOrd="0" presId="urn:microsoft.com/office/officeart/2008/layout/CircularPictureCallout"/>
    <dgm:cxn modelId="{A4F86EF1-60BC-4015-92C5-7E365D9D17D3}" type="presParOf" srcId="{4750058D-AF4F-496D-BEF8-A90E1B98F7A6}" destId="{A49F545C-39A1-43AF-A6E0-D802AC2ADE27}" srcOrd="0" destOrd="0" presId="urn:microsoft.com/office/officeart/2008/layout/CircularPictureCallout"/>
    <dgm:cxn modelId="{DE303DA8-280E-4ABC-84D0-FA1F550229D3}" type="presParOf" srcId="{67997849-7BFB-4B00-8861-4F853BF197AC}" destId="{344A1349-29EF-43B3-9556-A636153C6E3D}" srcOrd="3" destOrd="0" presId="urn:microsoft.com/office/officeart/2008/layout/CircularPictureCallout"/>
    <dgm:cxn modelId="{FAA3E90D-FCEB-410B-97FA-65083DE09DAA}" type="presParOf" srcId="{67997849-7BFB-4B00-8861-4F853BF197AC}" destId="{2AB7D96F-8DEC-4E87-A782-D9633FC0D427}" srcOrd="4" destOrd="0" presId="urn:microsoft.com/office/officeart/2008/layout/CircularPictureCallout"/>
    <dgm:cxn modelId="{19A42159-684C-43BF-8F1C-A1433E2139BC}" type="presParOf" srcId="{2AB7D96F-8DEC-4E87-A782-D9633FC0D427}" destId="{1E1FD8FA-BA2F-4AD2-8356-45D8646A8A6B}" srcOrd="0" destOrd="0" presId="urn:microsoft.com/office/officeart/2008/layout/CircularPictureCallout"/>
    <dgm:cxn modelId="{217E8E34-BC7B-4145-BA2B-4D6B3C3D6243}" type="presParOf" srcId="{67997849-7BFB-4B00-8861-4F853BF197AC}" destId="{2947DD4D-9C12-4B5B-A5FB-17C7A03530AA}" srcOrd="5" destOrd="0" presId="urn:microsoft.com/office/officeart/2008/layout/CircularPictureCallout"/>
    <dgm:cxn modelId="{8B2F9073-F64A-44A6-BD34-5E922FED3CFE}" type="presParOf" srcId="{2947DD4D-9C12-4B5B-A5FB-17C7A03530AA}" destId="{F9B3A258-DC45-4752-830D-7C8243C4CA88}" srcOrd="0" destOrd="0" presId="urn:microsoft.com/office/officeart/2008/layout/CircularPictureCallout"/>
    <dgm:cxn modelId="{AB4351DA-B443-40D0-8838-8F0BD37BE3BD}" type="presParOf" srcId="{67997849-7BFB-4B00-8861-4F853BF197AC}" destId="{33EC410C-B6EE-48CD-B5AC-A11E927CF49A}" srcOrd="6" destOrd="0" presId="urn:microsoft.com/office/officeart/2008/layout/CircularPictureCallout"/>
    <dgm:cxn modelId="{850A54EE-F1BE-45A9-A314-6AF113C4A526}" type="presParOf" srcId="{67997849-7BFB-4B00-8861-4F853BF197AC}" destId="{1E9509AA-0B0E-49BD-B16E-27020707C3AB}" srcOrd="7" destOrd="0" presId="urn:microsoft.com/office/officeart/2008/layout/CircularPictureCallout"/>
    <dgm:cxn modelId="{A5B57D0C-4457-42B2-A733-BCD86619D1EF}" type="presParOf" srcId="{1E9509AA-0B0E-49BD-B16E-27020707C3AB}" destId="{2E4A227A-E5CC-4169-9C7E-57E8F47797A1}" srcOrd="0" destOrd="0" presId="urn:microsoft.com/office/officeart/2008/layout/CircularPictureCallout"/>
    <dgm:cxn modelId="{1659F8C3-E0CA-4CE4-AC7D-F990848C94ED}" type="presParOf" srcId="{67997849-7BFB-4B00-8861-4F853BF197AC}" destId="{3EB60BC6-664B-493D-B4DE-61096E520E82}" srcOrd="8" destOrd="0" presId="urn:microsoft.com/office/officeart/2008/layout/CircularPictureCallout"/>
    <dgm:cxn modelId="{14BFE093-3239-4A53-BE82-CEAE407FF906}" type="presParOf" srcId="{3EB60BC6-664B-493D-B4DE-61096E520E82}" destId="{2820F4F6-6CBD-4BB5-8DC3-4968131B1ECD}" srcOrd="0" destOrd="0" presId="urn:microsoft.com/office/officeart/2008/layout/CircularPictureCallout"/>
    <dgm:cxn modelId="{A6BAACBA-4F41-47B5-BF42-DDBB90AB8A38}" type="presParOf" srcId="{67997849-7BFB-4B00-8861-4F853BF197AC}" destId="{5D076350-9552-452B-BE4E-CDF1B364188B}" srcOrd="9" destOrd="0" presId="urn:microsoft.com/office/officeart/2008/layout/CircularPictureCallout"/>
    <dgm:cxn modelId="{3F66CAE9-FAAF-42EB-8380-D0F7161A3754}" type="presParOf" srcId="{67997849-7BFB-4B00-8861-4F853BF197AC}" destId="{409F2C33-5BEB-4868-A094-562C3333CE2F}" srcOrd="10" destOrd="0" presId="urn:microsoft.com/office/officeart/2008/layout/CircularPictureCallout"/>
    <dgm:cxn modelId="{1BDCE93E-6C66-4396-9956-CA3DC6333763}" type="presParOf" srcId="{409F2C33-5BEB-4868-A094-562C3333CE2F}" destId="{9E0BBFE5-A445-4DAA-B851-9F9AD8B9A29A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2EC24E-6F1B-484D-83CD-AADC173273BA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471B2516-5400-4860-9FE4-89FBEA56322B}">
      <dgm:prSet phldrT="[文本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zh-CN" altLang="en-US" sz="1800" dirty="0"/>
            <a:t>提前到现场布置，“担当大任”</a:t>
          </a:r>
        </a:p>
      </dgm:t>
    </dgm:pt>
    <dgm:pt modelId="{B19D2E54-9244-4D26-9FC7-433C4D6B0A5C}" type="parTrans" cxnId="{67C041AF-751D-418B-9E3C-3E6AD6EC3500}">
      <dgm:prSet/>
      <dgm:spPr/>
      <dgm:t>
        <a:bodyPr/>
        <a:lstStyle/>
        <a:p>
          <a:endParaRPr lang="zh-CN" altLang="en-US"/>
        </a:p>
      </dgm:t>
    </dgm:pt>
    <dgm:pt modelId="{CC5CE737-D83D-4787-9608-9EDD4802F99B}" type="sibTrans" cxnId="{67C041AF-751D-418B-9E3C-3E6AD6EC3500}">
      <dgm:prSet/>
      <dgm:spPr/>
      <dgm:t>
        <a:bodyPr/>
        <a:lstStyle/>
        <a:p>
          <a:endParaRPr lang="zh-CN" altLang="en-US"/>
        </a:p>
      </dgm:t>
    </dgm:pt>
    <dgm:pt modelId="{E18399BD-C422-4BB9-A428-1E0494610169}">
      <dgm:prSet phldrT="[文本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zh-CN" altLang="en-US" dirty="0"/>
        </a:p>
      </dgm:t>
    </dgm:pt>
    <dgm:pt modelId="{43B4A995-7769-4BBD-9D1E-86E16749CBF6}" type="parTrans" cxnId="{0AD27D8F-B8BE-4A57-AA05-6D9AB8150CA6}">
      <dgm:prSet/>
      <dgm:spPr/>
      <dgm:t>
        <a:bodyPr/>
        <a:lstStyle/>
        <a:p>
          <a:endParaRPr lang="zh-CN" altLang="en-US"/>
        </a:p>
      </dgm:t>
    </dgm:pt>
    <dgm:pt modelId="{AA0F8590-5CB2-4C36-9D95-F78A09095ABC}" type="sibTrans" cxnId="{0AD27D8F-B8BE-4A57-AA05-6D9AB8150CA6}">
      <dgm:prSet/>
      <dgm:spPr/>
      <dgm:t>
        <a:bodyPr/>
        <a:lstStyle/>
        <a:p>
          <a:endParaRPr lang="zh-CN" altLang="en-US"/>
        </a:p>
      </dgm:t>
    </dgm:pt>
    <dgm:pt modelId="{F95E8617-EC6E-4778-B0D8-16F413F1187C}">
      <dgm:prSet phldrT="[文本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干花制作手工相框</a:t>
          </a:r>
        </a:p>
      </dgm:t>
    </dgm:pt>
    <dgm:pt modelId="{55DCF3B4-24AD-49FD-B0B2-ED5BBE4ABE79}" type="parTrans" cxnId="{851812B2-F29C-41EF-8383-1BA59A8D68FE}">
      <dgm:prSet/>
      <dgm:spPr/>
      <dgm:t>
        <a:bodyPr/>
        <a:lstStyle/>
        <a:p>
          <a:endParaRPr lang="zh-CN" altLang="en-US"/>
        </a:p>
      </dgm:t>
    </dgm:pt>
    <dgm:pt modelId="{2AB180D0-AF43-4AE1-8E94-A3C291B67778}" type="sibTrans" cxnId="{851812B2-F29C-41EF-8383-1BA59A8D68FE}">
      <dgm:prSet/>
      <dgm:spPr/>
      <dgm:t>
        <a:bodyPr/>
        <a:lstStyle/>
        <a:p>
          <a:endParaRPr lang="zh-CN" altLang="en-US"/>
        </a:p>
      </dgm:t>
    </dgm:pt>
    <dgm:pt modelId="{73479B50-E382-48D8-8892-458457EF6ACE}" type="pres">
      <dgm:prSet presAssocID="{5D2EC24E-6F1B-484D-83CD-AADC173273BA}" presName="linearFlow" presStyleCnt="0">
        <dgm:presLayoutVars>
          <dgm:dir/>
          <dgm:resizeHandles val="exact"/>
        </dgm:presLayoutVars>
      </dgm:prSet>
      <dgm:spPr/>
    </dgm:pt>
    <dgm:pt modelId="{0EC92CA1-D684-497D-A075-C05AFBEEEC65}" type="pres">
      <dgm:prSet presAssocID="{471B2516-5400-4860-9FE4-89FBEA56322B}" presName="composite" presStyleCnt="0"/>
      <dgm:spPr/>
    </dgm:pt>
    <dgm:pt modelId="{6020FE1A-4407-411F-9138-EED464F7C1DF}" type="pres">
      <dgm:prSet presAssocID="{471B2516-5400-4860-9FE4-89FBEA56322B}" presName="imgShp" presStyleLbl="fgImgPlace1" presStyleIdx="0" presStyleCnt="3" custScaleX="200612" custScaleY="195622" custLinFactX="-59014" custLinFactNeighborX="-100000" custLinFactNeighborY="957"/>
      <dgm:spPr>
        <a:blipFill dpi="0" rotWithShape="1">
          <a:blip xmlns:r="http://schemas.openxmlformats.org/officeDocument/2006/relationships" r:embed="rId1"/>
          <a:srcRect/>
          <a:stretch>
            <a:fillRect l="4073" r="-34073"/>
          </a:stretch>
        </a:blipFill>
      </dgm:spPr>
    </dgm:pt>
    <dgm:pt modelId="{5CF7798A-AC8B-4B3F-A0A2-15AE7C9A06A3}" type="pres">
      <dgm:prSet presAssocID="{471B2516-5400-4860-9FE4-89FBEA56322B}" presName="txShp" presStyleLbl="node1" presStyleIdx="0" presStyleCnt="3" custScaleX="38174" custScaleY="116552" custLinFactNeighborX="-25039" custLinFactNeighborY="17002">
        <dgm:presLayoutVars>
          <dgm:bulletEnabled val="1"/>
        </dgm:presLayoutVars>
      </dgm:prSet>
      <dgm:spPr/>
    </dgm:pt>
    <dgm:pt modelId="{6AECD15A-557A-4F64-8110-AF0421D7164B}" type="pres">
      <dgm:prSet presAssocID="{CC5CE737-D83D-4787-9608-9EDD4802F99B}" presName="spacing" presStyleCnt="0"/>
      <dgm:spPr/>
    </dgm:pt>
    <dgm:pt modelId="{4A1C8E32-0B6E-4FD6-91E3-843DB7967948}" type="pres">
      <dgm:prSet presAssocID="{E18399BD-C422-4BB9-A428-1E0494610169}" presName="composite" presStyleCnt="0"/>
      <dgm:spPr/>
    </dgm:pt>
    <dgm:pt modelId="{8C1D5842-B052-45B4-9778-C6D639A92044}" type="pres">
      <dgm:prSet presAssocID="{E18399BD-C422-4BB9-A428-1E0494610169}" presName="imgShp" presStyleLbl="fgImgPlace1" presStyleIdx="1" presStyleCnt="3" custScaleX="249428" custScaleY="241602" custLinFactNeighborX="-39778" custLinFactNeighborY="1851"/>
      <dgm:spPr>
        <a:blipFill dpi="0" rotWithShape="1">
          <a:blip xmlns:r="http://schemas.openxmlformats.org/officeDocument/2006/relationships" r:embed="rId2"/>
          <a:srcRect/>
          <a:stretch>
            <a:fillRect l="-18409" t="3519" r="-11591" b="-3519"/>
          </a:stretch>
        </a:blipFill>
      </dgm:spPr>
    </dgm:pt>
    <dgm:pt modelId="{67579B57-6527-4F71-9D79-702F969EF474}" type="pres">
      <dgm:prSet presAssocID="{E18399BD-C422-4BB9-A428-1E0494610169}" presName="txShp" presStyleLbl="node1" presStyleIdx="1" presStyleCnt="3" custScaleX="43500" custScaleY="80177" custLinFactNeighborX="-13642" custLinFactNeighborY="-1728">
        <dgm:presLayoutVars>
          <dgm:bulletEnabled val="1"/>
        </dgm:presLayoutVars>
      </dgm:prSet>
      <dgm:spPr/>
    </dgm:pt>
    <dgm:pt modelId="{B8F0CE5E-595F-4B2E-93A3-ED0BD02B9DCD}" type="pres">
      <dgm:prSet presAssocID="{AA0F8590-5CB2-4C36-9D95-F78A09095ABC}" presName="spacing" presStyleCnt="0"/>
      <dgm:spPr/>
    </dgm:pt>
    <dgm:pt modelId="{81C412C9-2CF5-427B-A4AA-F48C168A2E1E}" type="pres">
      <dgm:prSet presAssocID="{F95E8617-EC6E-4778-B0D8-16F413F1187C}" presName="composite" presStyleCnt="0"/>
      <dgm:spPr/>
    </dgm:pt>
    <dgm:pt modelId="{7C484E91-F85B-47F7-8705-B817379C765B}" type="pres">
      <dgm:prSet presAssocID="{F95E8617-EC6E-4778-B0D8-16F413F1187C}" presName="imgShp" presStyleLbl="fgImgPlace1" presStyleIdx="2" presStyleCnt="3" custScaleX="215669" custScaleY="226233" custLinFactX="-50295" custLinFactNeighborX="-100000" custLinFactNeighborY="-2373"/>
      <dgm:spPr>
        <a:blipFill>
          <a:blip xmlns:r="http://schemas.openxmlformats.org/officeDocument/2006/relationships" r:embed="rId3"/>
          <a:srcRect/>
          <a:stretch>
            <a:fillRect t="-14000" b="-14000"/>
          </a:stretch>
        </a:blipFill>
      </dgm:spPr>
    </dgm:pt>
    <dgm:pt modelId="{E06967E8-66AB-491B-8A40-393FE8C6FF09}" type="pres">
      <dgm:prSet presAssocID="{F95E8617-EC6E-4778-B0D8-16F413F1187C}" presName="txShp" presStyleLbl="node1" presStyleIdx="2" presStyleCnt="3" custScaleX="48980" custScaleY="79315" custLinFactNeighborX="-29110" custLinFactNeighborY="-4001">
        <dgm:presLayoutVars>
          <dgm:bulletEnabled val="1"/>
        </dgm:presLayoutVars>
      </dgm:prSet>
      <dgm:spPr/>
    </dgm:pt>
  </dgm:ptLst>
  <dgm:cxnLst>
    <dgm:cxn modelId="{A82B311D-EE61-4684-91C7-246AFE36C861}" type="presOf" srcId="{5D2EC24E-6F1B-484D-83CD-AADC173273BA}" destId="{73479B50-E382-48D8-8892-458457EF6ACE}" srcOrd="0" destOrd="0" presId="urn:microsoft.com/office/officeart/2005/8/layout/vList3"/>
    <dgm:cxn modelId="{B6F75859-D382-4A35-843F-C1948A836AC2}" type="presOf" srcId="{471B2516-5400-4860-9FE4-89FBEA56322B}" destId="{5CF7798A-AC8B-4B3F-A0A2-15AE7C9A06A3}" srcOrd="0" destOrd="0" presId="urn:microsoft.com/office/officeart/2005/8/layout/vList3"/>
    <dgm:cxn modelId="{0AD27D8F-B8BE-4A57-AA05-6D9AB8150CA6}" srcId="{5D2EC24E-6F1B-484D-83CD-AADC173273BA}" destId="{E18399BD-C422-4BB9-A428-1E0494610169}" srcOrd="1" destOrd="0" parTransId="{43B4A995-7769-4BBD-9D1E-86E16749CBF6}" sibTransId="{AA0F8590-5CB2-4C36-9D95-F78A09095ABC}"/>
    <dgm:cxn modelId="{DD8DB09D-801A-4F46-B6B1-09E379C27F5D}" type="presOf" srcId="{F95E8617-EC6E-4778-B0D8-16F413F1187C}" destId="{E06967E8-66AB-491B-8A40-393FE8C6FF09}" srcOrd="0" destOrd="0" presId="urn:microsoft.com/office/officeart/2005/8/layout/vList3"/>
    <dgm:cxn modelId="{67C041AF-751D-418B-9E3C-3E6AD6EC3500}" srcId="{5D2EC24E-6F1B-484D-83CD-AADC173273BA}" destId="{471B2516-5400-4860-9FE4-89FBEA56322B}" srcOrd="0" destOrd="0" parTransId="{B19D2E54-9244-4D26-9FC7-433C4D6B0A5C}" sibTransId="{CC5CE737-D83D-4787-9608-9EDD4802F99B}"/>
    <dgm:cxn modelId="{851812B2-F29C-41EF-8383-1BA59A8D68FE}" srcId="{5D2EC24E-6F1B-484D-83CD-AADC173273BA}" destId="{F95E8617-EC6E-4778-B0D8-16F413F1187C}" srcOrd="2" destOrd="0" parTransId="{55DCF3B4-24AD-49FD-B0B2-ED5BBE4ABE79}" sibTransId="{2AB180D0-AF43-4AE1-8E94-A3C291B67778}"/>
    <dgm:cxn modelId="{3033A0C8-D0E5-428F-8B0B-9540A5850856}" type="presOf" srcId="{E18399BD-C422-4BB9-A428-1E0494610169}" destId="{67579B57-6527-4F71-9D79-702F969EF474}" srcOrd="0" destOrd="0" presId="urn:microsoft.com/office/officeart/2005/8/layout/vList3"/>
    <dgm:cxn modelId="{5D5C65DC-BE01-4BB3-B5DC-5F7103F41428}" type="presParOf" srcId="{73479B50-E382-48D8-8892-458457EF6ACE}" destId="{0EC92CA1-D684-497D-A075-C05AFBEEEC65}" srcOrd="0" destOrd="0" presId="urn:microsoft.com/office/officeart/2005/8/layout/vList3"/>
    <dgm:cxn modelId="{8BC793FA-3376-4A8F-B315-81CCCBC5269F}" type="presParOf" srcId="{0EC92CA1-D684-497D-A075-C05AFBEEEC65}" destId="{6020FE1A-4407-411F-9138-EED464F7C1DF}" srcOrd="0" destOrd="0" presId="urn:microsoft.com/office/officeart/2005/8/layout/vList3"/>
    <dgm:cxn modelId="{D791E2C7-A0C8-40D2-B4AF-131129B092ED}" type="presParOf" srcId="{0EC92CA1-D684-497D-A075-C05AFBEEEC65}" destId="{5CF7798A-AC8B-4B3F-A0A2-15AE7C9A06A3}" srcOrd="1" destOrd="0" presId="urn:microsoft.com/office/officeart/2005/8/layout/vList3"/>
    <dgm:cxn modelId="{C03A8D00-8C5C-4D29-9D53-FFD0E1389406}" type="presParOf" srcId="{73479B50-E382-48D8-8892-458457EF6ACE}" destId="{6AECD15A-557A-4F64-8110-AF0421D7164B}" srcOrd="1" destOrd="0" presId="urn:microsoft.com/office/officeart/2005/8/layout/vList3"/>
    <dgm:cxn modelId="{1DFB65AC-75A7-4028-9187-9219F480AB89}" type="presParOf" srcId="{73479B50-E382-48D8-8892-458457EF6ACE}" destId="{4A1C8E32-0B6E-4FD6-91E3-843DB7967948}" srcOrd="2" destOrd="0" presId="urn:microsoft.com/office/officeart/2005/8/layout/vList3"/>
    <dgm:cxn modelId="{2231ACBD-153B-42D5-A509-46C22BBB2C6F}" type="presParOf" srcId="{4A1C8E32-0B6E-4FD6-91E3-843DB7967948}" destId="{8C1D5842-B052-45B4-9778-C6D639A92044}" srcOrd="0" destOrd="0" presId="urn:microsoft.com/office/officeart/2005/8/layout/vList3"/>
    <dgm:cxn modelId="{E7298B48-ACA3-4179-A4E8-42F454914199}" type="presParOf" srcId="{4A1C8E32-0B6E-4FD6-91E3-843DB7967948}" destId="{67579B57-6527-4F71-9D79-702F969EF474}" srcOrd="1" destOrd="0" presId="urn:microsoft.com/office/officeart/2005/8/layout/vList3"/>
    <dgm:cxn modelId="{6EF75ED2-49A7-4280-809C-AE197C01220A}" type="presParOf" srcId="{73479B50-E382-48D8-8892-458457EF6ACE}" destId="{B8F0CE5E-595F-4B2E-93A3-ED0BD02B9DCD}" srcOrd="3" destOrd="0" presId="urn:microsoft.com/office/officeart/2005/8/layout/vList3"/>
    <dgm:cxn modelId="{986C411A-6B0C-4E1B-AD63-A776929D0BF2}" type="presParOf" srcId="{73479B50-E382-48D8-8892-458457EF6ACE}" destId="{81C412C9-2CF5-427B-A4AA-F48C168A2E1E}" srcOrd="4" destOrd="0" presId="urn:microsoft.com/office/officeart/2005/8/layout/vList3"/>
    <dgm:cxn modelId="{6FC3EC7C-DF65-4109-8E3A-E078D62E36C0}" type="presParOf" srcId="{81C412C9-2CF5-427B-A4AA-F48C168A2E1E}" destId="{7C484E91-F85B-47F7-8705-B817379C765B}" srcOrd="0" destOrd="0" presId="urn:microsoft.com/office/officeart/2005/8/layout/vList3"/>
    <dgm:cxn modelId="{D7E77D24-69EA-4210-8E0E-DC7AEC0A07BD}" type="presParOf" srcId="{81C412C9-2CF5-427B-A4AA-F48C168A2E1E}" destId="{E06967E8-66AB-491B-8A40-393FE8C6FF0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5641ED-765A-448B-BBD7-3CEAA4191F01}" type="doc">
      <dgm:prSet loTypeId="urn:microsoft.com/office/officeart/2008/layout/Bending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AEE1E5B-AE42-40B1-9A90-49D86C88CB94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zh-CN" altLang="en-US" dirty="0"/>
            <a:t>制作过程</a:t>
          </a:r>
        </a:p>
      </dgm:t>
    </dgm:pt>
    <dgm:pt modelId="{61E5153E-AF2D-4F60-A9C4-4A004166A437}" type="parTrans" cxnId="{D9585ACF-4A67-446A-9ED5-BACB6A60CABB}">
      <dgm:prSet/>
      <dgm:spPr/>
      <dgm:t>
        <a:bodyPr/>
        <a:lstStyle/>
        <a:p>
          <a:endParaRPr lang="zh-CN" altLang="en-US"/>
        </a:p>
      </dgm:t>
    </dgm:pt>
    <dgm:pt modelId="{8AD4401A-479F-4632-8301-6F3B652A8DA4}" type="sibTrans" cxnId="{D9585ACF-4A67-446A-9ED5-BACB6A60CABB}">
      <dgm:prSet/>
      <dgm:spPr/>
      <dgm:t>
        <a:bodyPr/>
        <a:lstStyle/>
        <a:p>
          <a:endParaRPr lang="zh-CN" altLang="en-US"/>
        </a:p>
      </dgm:t>
    </dgm:pt>
    <dgm:pt modelId="{46CAF0FB-2503-4C31-A56D-E8FF6ABA8F7D}">
      <dgm:prSet phldrT="[文本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zh-CN" altLang="en-US" dirty="0"/>
            <a:t>成品</a:t>
          </a:r>
        </a:p>
      </dgm:t>
    </dgm:pt>
    <dgm:pt modelId="{7F35E1DC-8B1D-443E-80AE-F5576EC228CB}" type="sibTrans" cxnId="{65323FC3-B138-439C-AE14-5715F2F5B8F6}">
      <dgm:prSet/>
      <dgm:spPr/>
      <dgm:t>
        <a:bodyPr/>
        <a:lstStyle/>
        <a:p>
          <a:endParaRPr lang="zh-CN" altLang="en-US"/>
        </a:p>
      </dgm:t>
    </dgm:pt>
    <dgm:pt modelId="{681C7D69-90C6-478A-A6A0-E21E51BA095C}" type="parTrans" cxnId="{65323FC3-B138-439C-AE14-5715F2F5B8F6}">
      <dgm:prSet/>
      <dgm:spPr/>
      <dgm:t>
        <a:bodyPr/>
        <a:lstStyle/>
        <a:p>
          <a:endParaRPr lang="zh-CN" altLang="en-US"/>
        </a:p>
      </dgm:t>
    </dgm:pt>
    <dgm:pt modelId="{E9E51FA4-D3A2-498E-9480-07B099E03438}">
      <dgm:prSet phldrT="[文本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 altLang="zh-CN" dirty="0"/>
        </a:p>
        <a:p>
          <a:endParaRPr lang="zh-CN" altLang="en-US" dirty="0"/>
        </a:p>
      </dgm:t>
    </dgm:pt>
    <dgm:pt modelId="{C3D0AFA6-EF0D-4E36-850D-FDA1106C6C0C}" type="sibTrans" cxnId="{EC197C5D-4236-40F0-9D95-4CE3CAAE43A0}">
      <dgm:prSet/>
      <dgm:spPr/>
      <dgm:t>
        <a:bodyPr/>
        <a:lstStyle/>
        <a:p>
          <a:endParaRPr lang="zh-CN" altLang="en-US"/>
        </a:p>
      </dgm:t>
    </dgm:pt>
    <dgm:pt modelId="{E4F5CEBD-C467-422E-8B60-56B9F589A747}" type="parTrans" cxnId="{EC197C5D-4236-40F0-9D95-4CE3CAAE43A0}">
      <dgm:prSet/>
      <dgm:spPr/>
      <dgm:t>
        <a:bodyPr/>
        <a:lstStyle/>
        <a:p>
          <a:endParaRPr lang="zh-CN" altLang="en-US"/>
        </a:p>
      </dgm:t>
    </dgm:pt>
    <dgm:pt modelId="{43FF60F4-F3F4-4509-80EA-38F937542980}" type="pres">
      <dgm:prSet presAssocID="{5D5641ED-765A-448B-BBD7-3CEAA4191F01}" presName="Name0" presStyleCnt="0">
        <dgm:presLayoutVars>
          <dgm:dir/>
          <dgm:resizeHandles/>
        </dgm:presLayoutVars>
      </dgm:prSet>
      <dgm:spPr/>
    </dgm:pt>
    <dgm:pt modelId="{3534A2B8-39D3-4157-990B-991509C96F11}" type="pres">
      <dgm:prSet presAssocID="{46CAF0FB-2503-4C31-A56D-E8FF6ABA8F7D}" presName="composite" presStyleCnt="0"/>
      <dgm:spPr/>
    </dgm:pt>
    <dgm:pt modelId="{84AE722B-1FC8-4CBF-B9B6-B6F7A479E0CB}" type="pres">
      <dgm:prSet presAssocID="{46CAF0FB-2503-4C31-A56D-E8FF6ABA8F7D}" presName="rect1" presStyleLbl="bgImgPlace1" presStyleIdx="0" presStyleCnt="3"/>
      <dgm:spPr>
        <a:blipFill>
          <a:blip xmlns:r="http://schemas.openxmlformats.org/officeDocument/2006/relationships" r:embed="rId1"/>
          <a:srcRect/>
          <a:stretch>
            <a:fillRect l="-6000" r="-6000"/>
          </a:stretch>
        </a:blipFill>
      </dgm:spPr>
    </dgm:pt>
    <dgm:pt modelId="{1D7B755B-6D83-4809-9020-E1EA2D42064A}" type="pres">
      <dgm:prSet presAssocID="{46CAF0FB-2503-4C31-A56D-E8FF6ABA8F7D}" presName="rect2" presStyleLbl="node1" presStyleIdx="0" presStyleCnt="3" custScaleX="65956" custScaleY="47847">
        <dgm:presLayoutVars>
          <dgm:bulletEnabled val="1"/>
        </dgm:presLayoutVars>
      </dgm:prSet>
      <dgm:spPr/>
    </dgm:pt>
    <dgm:pt modelId="{438F8A84-D94C-4DDB-9DF4-AB8AA1F09522}" type="pres">
      <dgm:prSet presAssocID="{7F35E1DC-8B1D-443E-80AE-F5576EC228CB}" presName="sibTrans" presStyleCnt="0"/>
      <dgm:spPr/>
    </dgm:pt>
    <dgm:pt modelId="{BC0309A1-E7C5-4BE7-823C-4C14F9CC7B4C}" type="pres">
      <dgm:prSet presAssocID="{DAEE1E5B-AE42-40B1-9A90-49D86C88CB94}" presName="composite" presStyleCnt="0"/>
      <dgm:spPr/>
    </dgm:pt>
    <dgm:pt modelId="{90CC6BE8-BC94-491C-9B61-0E1A2BA1AB24}" type="pres">
      <dgm:prSet presAssocID="{DAEE1E5B-AE42-40B1-9A90-49D86C88CB94}" presName="rect1" presStyleLbl="bgImgPlace1" presStyleIdx="1" presStyleCnt="3"/>
      <dgm:spPr>
        <a:blipFill dpi="0" rotWithShape="1">
          <a:blip xmlns:r="http://schemas.openxmlformats.org/officeDocument/2006/relationships" r:embed="rId2"/>
          <a:srcRect/>
          <a:stretch>
            <a:fillRect l="1813" r="-9813"/>
          </a:stretch>
        </a:blipFill>
      </dgm:spPr>
    </dgm:pt>
    <dgm:pt modelId="{A809366D-BDF9-42D4-8870-861B9E637934}" type="pres">
      <dgm:prSet presAssocID="{DAEE1E5B-AE42-40B1-9A90-49D86C88CB94}" presName="rect2" presStyleLbl="node1" presStyleIdx="1" presStyleCnt="3" custScaleX="88584" custScaleY="56345">
        <dgm:presLayoutVars>
          <dgm:bulletEnabled val="1"/>
        </dgm:presLayoutVars>
      </dgm:prSet>
      <dgm:spPr/>
    </dgm:pt>
    <dgm:pt modelId="{504F58F7-9B17-4D4A-A17A-B278ECB65A0C}" type="pres">
      <dgm:prSet presAssocID="{8AD4401A-479F-4632-8301-6F3B652A8DA4}" presName="sibTrans" presStyleCnt="0"/>
      <dgm:spPr/>
    </dgm:pt>
    <dgm:pt modelId="{F7F0BA83-3189-42D1-9175-363FB22DE93E}" type="pres">
      <dgm:prSet presAssocID="{E9E51FA4-D3A2-498E-9480-07B099E03438}" presName="composite" presStyleCnt="0"/>
      <dgm:spPr/>
    </dgm:pt>
    <dgm:pt modelId="{8376C9EC-DB71-4CB6-BF58-5F2D821DF0DF}" type="pres">
      <dgm:prSet presAssocID="{E9E51FA4-D3A2-498E-9480-07B099E03438}" presName="rect1" presStyleLbl="bgImgPlace1" presStyleIdx="2" presStyleCnt="3"/>
      <dgm:spPr>
        <a:blipFill dpi="0" rotWithShape="1">
          <a:blip xmlns:r="http://schemas.openxmlformats.org/officeDocument/2006/relationships" r:embed="rId3"/>
          <a:srcRect/>
          <a:stretch>
            <a:fillRect l="-8125" r="-15875"/>
          </a:stretch>
        </a:blipFill>
      </dgm:spPr>
    </dgm:pt>
    <dgm:pt modelId="{94F1D775-169B-4D7A-92A2-2AA064E1009F}" type="pres">
      <dgm:prSet presAssocID="{E9E51FA4-D3A2-498E-9480-07B099E03438}" presName="rect2" presStyleLbl="node1" presStyleIdx="2" presStyleCnt="3" custScaleX="116763" custScaleY="53151">
        <dgm:presLayoutVars>
          <dgm:bulletEnabled val="1"/>
        </dgm:presLayoutVars>
      </dgm:prSet>
      <dgm:spPr/>
    </dgm:pt>
  </dgm:ptLst>
  <dgm:cxnLst>
    <dgm:cxn modelId="{79A59B29-1ECE-4C1F-8DFA-52EB74263FC5}" type="presOf" srcId="{5D5641ED-765A-448B-BBD7-3CEAA4191F01}" destId="{43FF60F4-F3F4-4509-80EA-38F937542980}" srcOrd="0" destOrd="0" presId="urn:microsoft.com/office/officeart/2008/layout/BendingPictureBlocks"/>
    <dgm:cxn modelId="{6E448530-C089-4D1F-9C79-80887579985B}" type="presOf" srcId="{DAEE1E5B-AE42-40B1-9A90-49D86C88CB94}" destId="{A809366D-BDF9-42D4-8870-861B9E637934}" srcOrd="0" destOrd="0" presId="urn:microsoft.com/office/officeart/2008/layout/BendingPictureBlocks"/>
    <dgm:cxn modelId="{EC197C5D-4236-40F0-9D95-4CE3CAAE43A0}" srcId="{5D5641ED-765A-448B-BBD7-3CEAA4191F01}" destId="{E9E51FA4-D3A2-498E-9480-07B099E03438}" srcOrd="2" destOrd="0" parTransId="{E4F5CEBD-C467-422E-8B60-56B9F589A747}" sibTransId="{C3D0AFA6-EF0D-4E36-850D-FDA1106C6C0C}"/>
    <dgm:cxn modelId="{BC2A0953-EDE0-41F2-B481-291AE6254DFD}" type="presOf" srcId="{46CAF0FB-2503-4C31-A56D-E8FF6ABA8F7D}" destId="{1D7B755B-6D83-4809-9020-E1EA2D42064A}" srcOrd="0" destOrd="0" presId="urn:microsoft.com/office/officeart/2008/layout/BendingPictureBlocks"/>
    <dgm:cxn modelId="{65323FC3-B138-439C-AE14-5715F2F5B8F6}" srcId="{5D5641ED-765A-448B-BBD7-3CEAA4191F01}" destId="{46CAF0FB-2503-4C31-A56D-E8FF6ABA8F7D}" srcOrd="0" destOrd="0" parTransId="{681C7D69-90C6-478A-A6A0-E21E51BA095C}" sibTransId="{7F35E1DC-8B1D-443E-80AE-F5576EC228CB}"/>
    <dgm:cxn modelId="{D9585ACF-4A67-446A-9ED5-BACB6A60CABB}" srcId="{5D5641ED-765A-448B-BBD7-3CEAA4191F01}" destId="{DAEE1E5B-AE42-40B1-9A90-49D86C88CB94}" srcOrd="1" destOrd="0" parTransId="{61E5153E-AF2D-4F60-A9C4-4A004166A437}" sibTransId="{8AD4401A-479F-4632-8301-6F3B652A8DA4}"/>
    <dgm:cxn modelId="{5F8977DA-D13C-4148-A1C4-39A42589C79C}" type="presOf" srcId="{E9E51FA4-D3A2-498E-9480-07B099E03438}" destId="{94F1D775-169B-4D7A-92A2-2AA064E1009F}" srcOrd="0" destOrd="0" presId="urn:microsoft.com/office/officeart/2008/layout/BendingPictureBlocks"/>
    <dgm:cxn modelId="{BE4DDF88-4AF5-47D6-94CA-E3F5C4DDC8FC}" type="presParOf" srcId="{43FF60F4-F3F4-4509-80EA-38F937542980}" destId="{3534A2B8-39D3-4157-990B-991509C96F11}" srcOrd="0" destOrd="0" presId="urn:microsoft.com/office/officeart/2008/layout/BendingPictureBlocks"/>
    <dgm:cxn modelId="{E076D2BE-6716-41E1-A52E-38D3F6E0F3E6}" type="presParOf" srcId="{3534A2B8-39D3-4157-990B-991509C96F11}" destId="{84AE722B-1FC8-4CBF-B9B6-B6F7A479E0CB}" srcOrd="0" destOrd="0" presId="urn:microsoft.com/office/officeart/2008/layout/BendingPictureBlocks"/>
    <dgm:cxn modelId="{8B471DDC-1C0E-4B32-90EC-B52863188523}" type="presParOf" srcId="{3534A2B8-39D3-4157-990B-991509C96F11}" destId="{1D7B755B-6D83-4809-9020-E1EA2D42064A}" srcOrd="1" destOrd="0" presId="urn:microsoft.com/office/officeart/2008/layout/BendingPictureBlocks"/>
    <dgm:cxn modelId="{0CD5B34C-76E0-4CC7-9904-19E14669546C}" type="presParOf" srcId="{43FF60F4-F3F4-4509-80EA-38F937542980}" destId="{438F8A84-D94C-4DDB-9DF4-AB8AA1F09522}" srcOrd="1" destOrd="0" presId="urn:microsoft.com/office/officeart/2008/layout/BendingPictureBlocks"/>
    <dgm:cxn modelId="{4E41876F-A632-4817-8819-2A2A1F83ACA2}" type="presParOf" srcId="{43FF60F4-F3F4-4509-80EA-38F937542980}" destId="{BC0309A1-E7C5-4BE7-823C-4C14F9CC7B4C}" srcOrd="2" destOrd="0" presId="urn:microsoft.com/office/officeart/2008/layout/BendingPictureBlocks"/>
    <dgm:cxn modelId="{AE466CE8-56BD-411F-90E9-03B0FADC0F82}" type="presParOf" srcId="{BC0309A1-E7C5-4BE7-823C-4C14F9CC7B4C}" destId="{90CC6BE8-BC94-491C-9B61-0E1A2BA1AB24}" srcOrd="0" destOrd="0" presId="urn:microsoft.com/office/officeart/2008/layout/BendingPictureBlocks"/>
    <dgm:cxn modelId="{A2247F23-EB6B-4B06-A68F-61FA2729A6D8}" type="presParOf" srcId="{BC0309A1-E7C5-4BE7-823C-4C14F9CC7B4C}" destId="{A809366D-BDF9-42D4-8870-861B9E637934}" srcOrd="1" destOrd="0" presId="urn:microsoft.com/office/officeart/2008/layout/BendingPictureBlocks"/>
    <dgm:cxn modelId="{C78BC5D1-2E36-4641-91C9-02962FD1342F}" type="presParOf" srcId="{43FF60F4-F3F4-4509-80EA-38F937542980}" destId="{504F58F7-9B17-4D4A-A17A-B278ECB65A0C}" srcOrd="3" destOrd="0" presId="urn:microsoft.com/office/officeart/2008/layout/BendingPictureBlocks"/>
    <dgm:cxn modelId="{BE3E9911-FCAE-457E-A6F6-B60BA986BF78}" type="presParOf" srcId="{43FF60F4-F3F4-4509-80EA-38F937542980}" destId="{F7F0BA83-3189-42D1-9175-363FB22DE93E}" srcOrd="4" destOrd="0" presId="urn:microsoft.com/office/officeart/2008/layout/BendingPictureBlocks"/>
    <dgm:cxn modelId="{FD0F9AFC-F961-46C7-83AA-40E357638A0F}" type="presParOf" srcId="{F7F0BA83-3189-42D1-9175-363FB22DE93E}" destId="{8376C9EC-DB71-4CB6-BF58-5F2D821DF0DF}" srcOrd="0" destOrd="0" presId="urn:microsoft.com/office/officeart/2008/layout/BendingPictureBlocks"/>
    <dgm:cxn modelId="{92077B9C-67A2-4BB1-99B1-B6883E940AA9}" type="presParOf" srcId="{F7F0BA83-3189-42D1-9175-363FB22DE93E}" destId="{94F1D775-169B-4D7A-92A2-2AA064E1009F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577122-1073-4F80-B777-909414F5BC1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42EC9F2E-FC50-486B-8512-535986F7D4F6}">
      <dgm:prSet phldrT="[文本]"/>
      <dgm:spPr/>
      <dgm:t>
        <a:bodyPr/>
        <a:lstStyle/>
        <a:p>
          <a:r>
            <a:rPr lang="zh-CN" altLang="en-US" dirty="0"/>
            <a:t>国家成就</a:t>
          </a:r>
        </a:p>
      </dgm:t>
    </dgm:pt>
    <dgm:pt modelId="{412E18C8-4976-4811-AEE6-7B6D7F0D26D3}" type="parTrans" cxnId="{B5FDC837-AE19-4603-A8CA-3B5DA29EC2B7}">
      <dgm:prSet/>
      <dgm:spPr/>
      <dgm:t>
        <a:bodyPr/>
        <a:lstStyle/>
        <a:p>
          <a:endParaRPr lang="zh-CN" altLang="en-US"/>
        </a:p>
      </dgm:t>
    </dgm:pt>
    <dgm:pt modelId="{09792889-3AC2-465F-A4D4-AC641262BDD9}" type="sibTrans" cxnId="{B5FDC837-AE19-4603-A8CA-3B5DA29EC2B7}">
      <dgm:prSet/>
      <dgm:spPr/>
      <dgm:t>
        <a:bodyPr/>
        <a:lstStyle/>
        <a:p>
          <a:endParaRPr lang="zh-CN" altLang="en-US"/>
        </a:p>
      </dgm:t>
    </dgm:pt>
    <dgm:pt modelId="{D849944E-CF70-4BF1-9E38-E65BDA329B56}">
      <dgm:prSet phldrT="[文本]"/>
      <dgm:spPr/>
      <dgm:t>
        <a:bodyPr/>
        <a:lstStyle/>
        <a:p>
          <a:r>
            <a:rPr lang="zh-CN" altLang="en-US" dirty="0"/>
            <a:t>文化创新</a:t>
          </a:r>
        </a:p>
      </dgm:t>
    </dgm:pt>
    <dgm:pt modelId="{25555845-4F61-4601-8FD7-3F3DC377649C}" type="parTrans" cxnId="{8B164288-F40D-44A3-9F80-D13CCBBAB4E6}">
      <dgm:prSet/>
      <dgm:spPr/>
      <dgm:t>
        <a:bodyPr/>
        <a:lstStyle/>
        <a:p>
          <a:endParaRPr lang="zh-CN" altLang="en-US"/>
        </a:p>
      </dgm:t>
    </dgm:pt>
    <dgm:pt modelId="{43C96249-7401-4338-AC34-7D3B27A8B16E}" type="sibTrans" cxnId="{8B164288-F40D-44A3-9F80-D13CCBBAB4E6}">
      <dgm:prSet/>
      <dgm:spPr/>
      <dgm:t>
        <a:bodyPr/>
        <a:lstStyle/>
        <a:p>
          <a:endParaRPr lang="zh-CN" altLang="en-US"/>
        </a:p>
      </dgm:t>
    </dgm:pt>
    <dgm:pt modelId="{16B7AAD6-E2EA-4C24-B927-761243CCD280}">
      <dgm:prSet phldrT="[文本]"/>
      <dgm:spPr/>
      <dgm:t>
        <a:bodyPr/>
        <a:lstStyle/>
        <a:p>
          <a:r>
            <a:rPr lang="zh-CN" altLang="en-US" dirty="0"/>
            <a:t>社会发展</a:t>
          </a:r>
        </a:p>
      </dgm:t>
    </dgm:pt>
    <dgm:pt modelId="{8562C6C6-A46A-4ED4-9A81-1993CD665BC0}" type="parTrans" cxnId="{C4F6A2A0-87D4-46CE-82CC-171921FCCE43}">
      <dgm:prSet/>
      <dgm:spPr/>
      <dgm:t>
        <a:bodyPr/>
        <a:lstStyle/>
        <a:p>
          <a:endParaRPr lang="zh-CN" altLang="en-US"/>
        </a:p>
      </dgm:t>
    </dgm:pt>
    <dgm:pt modelId="{6777BAF4-0174-472C-86F0-E2D87602C2A2}" type="sibTrans" cxnId="{C4F6A2A0-87D4-46CE-82CC-171921FCCE43}">
      <dgm:prSet/>
      <dgm:spPr/>
      <dgm:t>
        <a:bodyPr/>
        <a:lstStyle/>
        <a:p>
          <a:endParaRPr lang="zh-CN" altLang="en-US"/>
        </a:p>
      </dgm:t>
    </dgm:pt>
    <dgm:pt modelId="{17E65685-572A-428E-8B22-97BD557FB9F0}" type="pres">
      <dgm:prSet presAssocID="{30577122-1073-4F80-B777-909414F5BC12}" presName="compositeShape" presStyleCnt="0">
        <dgm:presLayoutVars>
          <dgm:chMax val="7"/>
          <dgm:dir/>
          <dgm:resizeHandles val="exact"/>
        </dgm:presLayoutVars>
      </dgm:prSet>
      <dgm:spPr/>
    </dgm:pt>
    <dgm:pt modelId="{7048D83A-EB13-47C0-A9EB-44BA4861BD73}" type="pres">
      <dgm:prSet presAssocID="{42EC9F2E-FC50-486B-8512-535986F7D4F6}" presName="circ1" presStyleLbl="vennNode1" presStyleIdx="0" presStyleCnt="3" custScaleX="112438"/>
      <dgm:spPr/>
    </dgm:pt>
    <dgm:pt modelId="{C3D8CE21-11D8-4E06-B686-D919DE3A2BB3}" type="pres">
      <dgm:prSet presAssocID="{42EC9F2E-FC50-486B-8512-535986F7D4F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E7EC2C2-4A9B-42AA-BA87-594D118B88BA}" type="pres">
      <dgm:prSet presAssocID="{D849944E-CF70-4BF1-9E38-E65BDA329B56}" presName="circ2" presStyleLbl="vennNode1" presStyleIdx="1" presStyleCnt="3"/>
      <dgm:spPr/>
    </dgm:pt>
    <dgm:pt modelId="{213D1B63-D275-4A66-8D2F-183BE34A42B7}" type="pres">
      <dgm:prSet presAssocID="{D849944E-CF70-4BF1-9E38-E65BDA329B5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E04A113-55F9-400C-B6EA-2D5185047356}" type="pres">
      <dgm:prSet presAssocID="{16B7AAD6-E2EA-4C24-B927-761243CCD280}" presName="circ3" presStyleLbl="vennNode1" presStyleIdx="2" presStyleCnt="3"/>
      <dgm:spPr/>
    </dgm:pt>
    <dgm:pt modelId="{88B6B7AB-3721-474A-880D-4CC93AC255B3}" type="pres">
      <dgm:prSet presAssocID="{16B7AAD6-E2EA-4C24-B927-761243CCD28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E77A709-2E1C-40BD-B41E-141A832B18F3}" type="presOf" srcId="{D849944E-CF70-4BF1-9E38-E65BDA329B56}" destId="{213D1B63-D275-4A66-8D2F-183BE34A42B7}" srcOrd="1" destOrd="0" presId="urn:microsoft.com/office/officeart/2005/8/layout/venn1"/>
    <dgm:cxn modelId="{41B62C14-2FA6-4D2E-ADE9-EB45DA1B08F6}" type="presOf" srcId="{42EC9F2E-FC50-486B-8512-535986F7D4F6}" destId="{7048D83A-EB13-47C0-A9EB-44BA4861BD73}" srcOrd="0" destOrd="0" presId="urn:microsoft.com/office/officeart/2005/8/layout/venn1"/>
    <dgm:cxn modelId="{660CC41D-7816-4D79-8ED3-101ED064659A}" type="presOf" srcId="{D849944E-CF70-4BF1-9E38-E65BDA329B56}" destId="{BE7EC2C2-4A9B-42AA-BA87-594D118B88BA}" srcOrd="0" destOrd="0" presId="urn:microsoft.com/office/officeart/2005/8/layout/venn1"/>
    <dgm:cxn modelId="{0F0A0722-277C-4522-8E72-DF2EBBFC0F2B}" type="presOf" srcId="{16B7AAD6-E2EA-4C24-B927-761243CCD280}" destId="{88B6B7AB-3721-474A-880D-4CC93AC255B3}" srcOrd="1" destOrd="0" presId="urn:microsoft.com/office/officeart/2005/8/layout/venn1"/>
    <dgm:cxn modelId="{B5FDC837-AE19-4603-A8CA-3B5DA29EC2B7}" srcId="{30577122-1073-4F80-B777-909414F5BC12}" destId="{42EC9F2E-FC50-486B-8512-535986F7D4F6}" srcOrd="0" destOrd="0" parTransId="{412E18C8-4976-4811-AEE6-7B6D7F0D26D3}" sibTransId="{09792889-3AC2-465F-A4D4-AC641262BDD9}"/>
    <dgm:cxn modelId="{C98D2E6F-65A7-4221-A77E-4FB8861B0711}" type="presOf" srcId="{16B7AAD6-E2EA-4C24-B927-761243CCD280}" destId="{8E04A113-55F9-400C-B6EA-2D5185047356}" srcOrd="0" destOrd="0" presId="urn:microsoft.com/office/officeart/2005/8/layout/venn1"/>
    <dgm:cxn modelId="{8B164288-F40D-44A3-9F80-D13CCBBAB4E6}" srcId="{30577122-1073-4F80-B777-909414F5BC12}" destId="{D849944E-CF70-4BF1-9E38-E65BDA329B56}" srcOrd="1" destOrd="0" parTransId="{25555845-4F61-4601-8FD7-3F3DC377649C}" sibTransId="{43C96249-7401-4338-AC34-7D3B27A8B16E}"/>
    <dgm:cxn modelId="{A249BB8D-6B97-446B-8AC4-4B70D91E4FE6}" type="presOf" srcId="{30577122-1073-4F80-B777-909414F5BC12}" destId="{17E65685-572A-428E-8B22-97BD557FB9F0}" srcOrd="0" destOrd="0" presId="urn:microsoft.com/office/officeart/2005/8/layout/venn1"/>
    <dgm:cxn modelId="{C4F6A2A0-87D4-46CE-82CC-171921FCCE43}" srcId="{30577122-1073-4F80-B777-909414F5BC12}" destId="{16B7AAD6-E2EA-4C24-B927-761243CCD280}" srcOrd="2" destOrd="0" parTransId="{8562C6C6-A46A-4ED4-9A81-1993CD665BC0}" sibTransId="{6777BAF4-0174-472C-86F0-E2D87602C2A2}"/>
    <dgm:cxn modelId="{4028C5A0-FD41-40AC-91F9-0B95789F8CF3}" type="presOf" srcId="{42EC9F2E-FC50-486B-8512-535986F7D4F6}" destId="{C3D8CE21-11D8-4E06-B686-D919DE3A2BB3}" srcOrd="1" destOrd="0" presId="urn:microsoft.com/office/officeart/2005/8/layout/venn1"/>
    <dgm:cxn modelId="{6CB44E41-B5CB-4510-ABD1-0912BB046F6F}" type="presParOf" srcId="{17E65685-572A-428E-8B22-97BD557FB9F0}" destId="{7048D83A-EB13-47C0-A9EB-44BA4861BD73}" srcOrd="0" destOrd="0" presId="urn:microsoft.com/office/officeart/2005/8/layout/venn1"/>
    <dgm:cxn modelId="{DC73D69A-2978-49E1-8C28-5A45DD7D9B70}" type="presParOf" srcId="{17E65685-572A-428E-8B22-97BD557FB9F0}" destId="{C3D8CE21-11D8-4E06-B686-D919DE3A2BB3}" srcOrd="1" destOrd="0" presId="urn:microsoft.com/office/officeart/2005/8/layout/venn1"/>
    <dgm:cxn modelId="{02B9FF32-4C96-4CDB-85ED-24E7B92D0D00}" type="presParOf" srcId="{17E65685-572A-428E-8B22-97BD557FB9F0}" destId="{BE7EC2C2-4A9B-42AA-BA87-594D118B88BA}" srcOrd="2" destOrd="0" presId="urn:microsoft.com/office/officeart/2005/8/layout/venn1"/>
    <dgm:cxn modelId="{722A9C87-AD3B-4001-B377-D93C126ADF2E}" type="presParOf" srcId="{17E65685-572A-428E-8B22-97BD557FB9F0}" destId="{213D1B63-D275-4A66-8D2F-183BE34A42B7}" srcOrd="3" destOrd="0" presId="urn:microsoft.com/office/officeart/2005/8/layout/venn1"/>
    <dgm:cxn modelId="{F42A19E5-AAAB-4B47-A7A7-23B94C0D1619}" type="presParOf" srcId="{17E65685-572A-428E-8B22-97BD557FB9F0}" destId="{8E04A113-55F9-400C-B6EA-2D5185047356}" srcOrd="4" destOrd="0" presId="urn:microsoft.com/office/officeart/2005/8/layout/venn1"/>
    <dgm:cxn modelId="{98B94AF7-C42A-43B4-A1A6-8A250FEC03A5}" type="presParOf" srcId="{17E65685-572A-428E-8B22-97BD557FB9F0}" destId="{88B6B7AB-3721-474A-880D-4CC93AC255B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BFCC8-F07E-4097-94AF-54905A054477}">
      <dsp:nvSpPr>
        <dsp:cNvPr id="0" name=""/>
        <dsp:cNvSpPr/>
      </dsp:nvSpPr>
      <dsp:spPr>
        <a:xfrm>
          <a:off x="4501770" y="3318090"/>
          <a:ext cx="2410495" cy="1561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和大家相处真诚友善</a:t>
          </a:r>
        </a:p>
      </dsp:txBody>
      <dsp:txXfrm>
        <a:off x="5259219" y="3742754"/>
        <a:ext cx="1618746" cy="1102490"/>
      </dsp:txXfrm>
    </dsp:sp>
    <dsp:sp modelId="{D02C900C-9769-4D67-8B4C-D5982F49E030}">
      <dsp:nvSpPr>
        <dsp:cNvPr id="0" name=""/>
        <dsp:cNvSpPr/>
      </dsp:nvSpPr>
      <dsp:spPr>
        <a:xfrm>
          <a:off x="326265" y="3318090"/>
          <a:ext cx="2410495" cy="1561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表达简洁，沟通能力强</a:t>
          </a:r>
        </a:p>
      </dsp:txBody>
      <dsp:txXfrm>
        <a:off x="360565" y="3742754"/>
        <a:ext cx="1618746" cy="1102490"/>
      </dsp:txXfrm>
    </dsp:sp>
    <dsp:sp modelId="{9E2F75F2-87FA-4373-8AB4-2BC98AD8CBA5}">
      <dsp:nvSpPr>
        <dsp:cNvPr id="0" name=""/>
        <dsp:cNvSpPr/>
      </dsp:nvSpPr>
      <dsp:spPr>
        <a:xfrm>
          <a:off x="4501770" y="0"/>
          <a:ext cx="2410495" cy="15614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用心做好每一次任务，主动担任轮值部长，主动参与劳动包干。</a:t>
          </a:r>
        </a:p>
      </dsp:txBody>
      <dsp:txXfrm>
        <a:off x="5259219" y="34300"/>
        <a:ext cx="1618746" cy="1102490"/>
      </dsp:txXfrm>
    </dsp:sp>
    <dsp:sp modelId="{A58DE023-9305-4780-A6EC-63C848F83E4F}">
      <dsp:nvSpPr>
        <dsp:cNvPr id="0" name=""/>
        <dsp:cNvSpPr/>
      </dsp:nvSpPr>
      <dsp:spPr>
        <a:xfrm>
          <a:off x="101390" y="166209"/>
          <a:ext cx="2887484" cy="12065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 dirty="0"/>
            <a:t>担任轮值部长</a:t>
          </a:r>
          <a:r>
            <a:rPr lang="en-US" altLang="zh-CN" sz="1800" kern="1200" dirty="0"/>
            <a:t>,</a:t>
          </a:r>
          <a:r>
            <a:rPr lang="zh-CN" altLang="en-US" sz="1800" kern="1200" dirty="0"/>
            <a:t>主导筹划樱花节活动、非遗掐丝珐琅制作活动</a:t>
          </a:r>
        </a:p>
      </dsp:txBody>
      <dsp:txXfrm>
        <a:off x="127893" y="192712"/>
        <a:ext cx="1968232" cy="851884"/>
      </dsp:txXfrm>
    </dsp:sp>
    <dsp:sp modelId="{B8EA7083-83DB-47D1-B422-4C49652045E3}">
      <dsp:nvSpPr>
        <dsp:cNvPr id="0" name=""/>
        <dsp:cNvSpPr/>
      </dsp:nvSpPr>
      <dsp:spPr>
        <a:xfrm>
          <a:off x="1459676" y="278134"/>
          <a:ext cx="2112842" cy="211284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200" kern="12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rPr>
            <a:t>组织领导</a:t>
          </a:r>
          <a:endParaRPr lang="en-US" altLang="zh-CN" sz="2200" kern="1200" dirty="0">
            <a:effectLst/>
            <a:latin typeface="Calibri" panose="020F0502020204030204" pitchFamily="34" charset="0"/>
            <a:ea typeface="宋体" panose="02010600030101010101" pitchFamily="2" charset="-122"/>
            <a:cs typeface="Times New Roman" panose="02020603050405020304" pitchFamily="18" charset="0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2200" kern="12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rPr>
            <a:t>统筹规划</a:t>
          </a:r>
          <a:endParaRPr lang="zh-CN" altLang="en-US" sz="2200" kern="1200" dirty="0"/>
        </a:p>
      </dsp:txBody>
      <dsp:txXfrm>
        <a:off x="2078513" y="896971"/>
        <a:ext cx="1494005" cy="1494005"/>
      </dsp:txXfrm>
    </dsp:sp>
    <dsp:sp modelId="{2720BBE7-7538-4D0F-9CCC-99ED58773C35}">
      <dsp:nvSpPr>
        <dsp:cNvPr id="0" name=""/>
        <dsp:cNvSpPr/>
      </dsp:nvSpPr>
      <dsp:spPr>
        <a:xfrm rot="5400000">
          <a:off x="3670109" y="278134"/>
          <a:ext cx="2112842" cy="2112842"/>
        </a:xfrm>
        <a:prstGeom prst="pieWedg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/>
            <a:t>责任感</a:t>
          </a:r>
          <a:endParaRPr lang="en-US" altLang="zh-CN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kern="1200" dirty="0"/>
            <a:t>有魄力</a:t>
          </a:r>
          <a:endParaRPr lang="zh-CN" altLang="en-US" sz="2200" kern="1200" dirty="0"/>
        </a:p>
      </dsp:txBody>
      <dsp:txXfrm rot="-5400000">
        <a:off x="3670109" y="896971"/>
        <a:ext cx="1494005" cy="1494005"/>
      </dsp:txXfrm>
    </dsp:sp>
    <dsp:sp modelId="{677A73EC-8778-4B0F-9969-5FFEEF6A5925}">
      <dsp:nvSpPr>
        <dsp:cNvPr id="0" name=""/>
        <dsp:cNvSpPr/>
      </dsp:nvSpPr>
      <dsp:spPr>
        <a:xfrm rot="10800000">
          <a:off x="3670109" y="2488567"/>
          <a:ext cx="2112842" cy="2112842"/>
        </a:xfrm>
        <a:prstGeom prst="pieWedge">
          <a:avLst/>
        </a:prstGeom>
        <a:solidFill>
          <a:srgbClr val="F4AD6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性格开朗</a:t>
          </a:r>
          <a:endParaRPr lang="en-US" altLang="zh-CN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有亲和力</a:t>
          </a:r>
        </a:p>
      </dsp:txBody>
      <dsp:txXfrm rot="10800000">
        <a:off x="3670109" y="2488567"/>
        <a:ext cx="1494005" cy="1494005"/>
      </dsp:txXfrm>
    </dsp:sp>
    <dsp:sp modelId="{E8B9AB6F-5D01-431A-839B-F591C5E0D3BC}">
      <dsp:nvSpPr>
        <dsp:cNvPr id="0" name=""/>
        <dsp:cNvSpPr/>
      </dsp:nvSpPr>
      <dsp:spPr>
        <a:xfrm rot="16200000">
          <a:off x="1459676" y="2488567"/>
          <a:ext cx="2112842" cy="2112842"/>
        </a:xfrm>
        <a:prstGeom prst="pieWedge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善于沟通</a:t>
          </a:r>
        </a:p>
      </dsp:txBody>
      <dsp:txXfrm rot="5400000">
        <a:off x="2078513" y="2488567"/>
        <a:ext cx="1494005" cy="1494005"/>
      </dsp:txXfrm>
    </dsp:sp>
    <dsp:sp modelId="{71CA4279-F164-4128-B10B-2691A7F8D8D7}">
      <dsp:nvSpPr>
        <dsp:cNvPr id="0" name=""/>
        <dsp:cNvSpPr/>
      </dsp:nvSpPr>
      <dsp:spPr>
        <a:xfrm>
          <a:off x="3256568" y="2000613"/>
          <a:ext cx="729491" cy="6343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B12E8-0B0E-4F5F-AECF-95792A2260AD}">
      <dsp:nvSpPr>
        <dsp:cNvPr id="0" name=""/>
        <dsp:cNvSpPr/>
      </dsp:nvSpPr>
      <dsp:spPr>
        <a:xfrm rot="10800000">
          <a:off x="3256568" y="2244590"/>
          <a:ext cx="729491" cy="6343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76350-9552-452B-BE4E-CDF1B364188B}">
      <dsp:nvSpPr>
        <dsp:cNvPr id="0" name=""/>
        <dsp:cNvSpPr/>
      </dsp:nvSpPr>
      <dsp:spPr>
        <a:xfrm>
          <a:off x="2519342" y="4155148"/>
          <a:ext cx="408025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C410C-B6EE-48CD-B5AC-A11E927CF49A}">
      <dsp:nvSpPr>
        <dsp:cNvPr id="0" name=""/>
        <dsp:cNvSpPr/>
      </dsp:nvSpPr>
      <dsp:spPr>
        <a:xfrm>
          <a:off x="2519342" y="2732748"/>
          <a:ext cx="3495039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A1349-29EF-43B3-9556-A636153C6E3D}">
      <dsp:nvSpPr>
        <dsp:cNvPr id="0" name=""/>
        <dsp:cNvSpPr/>
      </dsp:nvSpPr>
      <dsp:spPr>
        <a:xfrm>
          <a:off x="2519342" y="1310348"/>
          <a:ext cx="4080256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3A4CF-FB0B-4513-83F9-B97C9DB45689}">
      <dsp:nvSpPr>
        <dsp:cNvPr id="0" name=""/>
        <dsp:cNvSpPr/>
      </dsp:nvSpPr>
      <dsp:spPr>
        <a:xfrm>
          <a:off x="523268" y="936744"/>
          <a:ext cx="4067982" cy="4064000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l="-17000" t="886" r="-17000" b="-886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82C57-B5F1-46E1-8040-CE3546EF8034}">
      <dsp:nvSpPr>
        <dsp:cNvPr id="0" name=""/>
        <dsp:cNvSpPr/>
      </dsp:nvSpPr>
      <dsp:spPr>
        <a:xfrm>
          <a:off x="1218862" y="2858732"/>
          <a:ext cx="2600960" cy="134112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/>
        </a:p>
      </dsp:txBody>
      <dsp:txXfrm>
        <a:off x="1218862" y="2858732"/>
        <a:ext cx="2600960" cy="1341120"/>
      </dsp:txXfrm>
    </dsp:sp>
    <dsp:sp modelId="{A49F545C-39A1-43AF-A6E0-D802AC2ADE27}">
      <dsp:nvSpPr>
        <dsp:cNvPr id="0" name=""/>
        <dsp:cNvSpPr/>
      </dsp:nvSpPr>
      <dsp:spPr>
        <a:xfrm>
          <a:off x="5556548" y="285043"/>
          <a:ext cx="2086099" cy="2050609"/>
        </a:xfrm>
        <a:prstGeom prst="ellipse">
          <a:avLst/>
        </a:prstGeom>
        <a:blipFill dpi="0" rotWithShape="1">
          <a:blip xmlns:r="http://schemas.openxmlformats.org/officeDocument/2006/relationships" r:embed="rId2"/>
          <a:srcRect/>
          <a:stretch>
            <a:fillRect l="-16000" t="1756" r="-16000" b="-1756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FD8FA-BA2F-4AD2-8356-45D8646A8A6B}">
      <dsp:nvSpPr>
        <dsp:cNvPr id="0" name=""/>
        <dsp:cNvSpPr/>
      </dsp:nvSpPr>
      <dsp:spPr>
        <a:xfrm>
          <a:off x="7209198" y="700748"/>
          <a:ext cx="140614" cy="121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09198" y="700748"/>
        <a:ext cx="140614" cy="1219200"/>
      </dsp:txXfrm>
    </dsp:sp>
    <dsp:sp modelId="{F9B3A258-DC45-4752-830D-7C8243C4CA88}">
      <dsp:nvSpPr>
        <dsp:cNvPr id="0" name=""/>
        <dsp:cNvSpPr/>
      </dsp:nvSpPr>
      <dsp:spPr>
        <a:xfrm>
          <a:off x="5071276" y="1789520"/>
          <a:ext cx="1886212" cy="188645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A227A-E5CC-4169-9C7E-57E8F47797A1}">
      <dsp:nvSpPr>
        <dsp:cNvPr id="0" name=""/>
        <dsp:cNvSpPr/>
      </dsp:nvSpPr>
      <dsp:spPr>
        <a:xfrm>
          <a:off x="6623982" y="2123148"/>
          <a:ext cx="199136" cy="121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23982" y="2123148"/>
        <a:ext cx="199136" cy="1219200"/>
      </dsp:txXfrm>
    </dsp:sp>
    <dsp:sp modelId="{2820F4F6-6CBD-4BB5-8DC3-4968131B1ECD}">
      <dsp:nvSpPr>
        <dsp:cNvPr id="0" name=""/>
        <dsp:cNvSpPr/>
      </dsp:nvSpPr>
      <dsp:spPr>
        <a:xfrm>
          <a:off x="5582346" y="3203995"/>
          <a:ext cx="2034503" cy="1956950"/>
        </a:xfrm>
        <a:prstGeom prst="ellipse">
          <a:avLst/>
        </a:prstGeom>
        <a:blipFill dpi="0" rotWithShape="1">
          <a:blip xmlns:r="http://schemas.openxmlformats.org/officeDocument/2006/relationships" r:embed="rId4"/>
          <a:srcRect/>
          <a:stretch>
            <a:fillRect l="-14000" t="1251" r="-14000" b="-2429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BBFE5-A445-4DAA-B851-9F9AD8B9A29A}">
      <dsp:nvSpPr>
        <dsp:cNvPr id="0" name=""/>
        <dsp:cNvSpPr/>
      </dsp:nvSpPr>
      <dsp:spPr>
        <a:xfrm>
          <a:off x="7209198" y="3545548"/>
          <a:ext cx="140614" cy="121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209198" y="3545548"/>
        <a:ext cx="140614" cy="12192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7798A-AC8B-4B3F-A0A2-15AE7C9A06A3}">
      <dsp:nvSpPr>
        <dsp:cNvPr id="0" name=""/>
        <dsp:cNvSpPr/>
      </dsp:nvSpPr>
      <dsp:spPr>
        <a:xfrm rot="10800000">
          <a:off x="2999262" y="481746"/>
          <a:ext cx="2112754" cy="986926"/>
        </a:xfrm>
        <a:prstGeom prst="homePlat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402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提前到现场布置，“担当大任”</a:t>
          </a:r>
        </a:p>
      </dsp:txBody>
      <dsp:txXfrm rot="10800000">
        <a:off x="3245993" y="481746"/>
        <a:ext cx="1866023" cy="986926"/>
      </dsp:txXfrm>
    </dsp:sp>
    <dsp:sp modelId="{6020FE1A-4407-411F-9138-EED464F7C1DF}">
      <dsp:nvSpPr>
        <dsp:cNvPr id="0" name=""/>
        <dsp:cNvSpPr/>
      </dsp:nvSpPr>
      <dsp:spPr>
        <a:xfrm>
          <a:off x="478322" y="11112"/>
          <a:ext cx="1698720" cy="1656466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l="4073" r="-34073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579B57-6527-4F71-9D79-702F969EF474}">
      <dsp:nvSpPr>
        <dsp:cNvPr id="0" name=""/>
        <dsp:cNvSpPr/>
      </dsp:nvSpPr>
      <dsp:spPr>
        <a:xfrm rot="10800000">
          <a:off x="3512296" y="2581059"/>
          <a:ext cx="2407524" cy="678914"/>
        </a:xfrm>
        <a:prstGeom prst="homePlat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4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 dirty="0"/>
        </a:p>
      </dsp:txBody>
      <dsp:txXfrm rot="10800000">
        <a:off x="3682024" y="2581059"/>
        <a:ext cx="2237796" cy="678914"/>
      </dsp:txXfrm>
    </dsp:sp>
    <dsp:sp modelId="{8C1D5842-B052-45B4-9778-C6D639A92044}">
      <dsp:nvSpPr>
        <dsp:cNvPr id="0" name=""/>
        <dsp:cNvSpPr/>
      </dsp:nvSpPr>
      <dsp:spPr>
        <a:xfrm>
          <a:off x="1310943" y="1927916"/>
          <a:ext cx="2112079" cy="2045811"/>
        </a:xfrm>
        <a:prstGeom prst="ellipse">
          <a:avLst/>
        </a:prstGeom>
        <a:blipFill dpi="0" rotWithShape="1">
          <a:blip xmlns:r="http://schemas.openxmlformats.org/officeDocument/2006/relationships" r:embed="rId2"/>
          <a:srcRect/>
          <a:stretch>
            <a:fillRect l="-18409" t="3519" r="-11591" b="-3519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967E8-66AB-491B-8A40-393FE8C6FF09}">
      <dsp:nvSpPr>
        <dsp:cNvPr id="0" name=""/>
        <dsp:cNvSpPr/>
      </dsp:nvSpPr>
      <dsp:spPr>
        <a:xfrm rot="10800000">
          <a:off x="2357279" y="4798969"/>
          <a:ext cx="2710817" cy="671614"/>
        </a:xfrm>
        <a:prstGeom prst="homePlat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40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干花制作手工相框</a:t>
          </a:r>
        </a:p>
      </dsp:txBody>
      <dsp:txXfrm rot="10800000">
        <a:off x="2525182" y="4798969"/>
        <a:ext cx="2542914" cy="671614"/>
      </dsp:txXfrm>
    </dsp:sp>
    <dsp:sp modelId="{7C484E91-F85B-47F7-8705-B817379C765B}">
      <dsp:nvSpPr>
        <dsp:cNvPr id="0" name=""/>
        <dsp:cNvSpPr/>
      </dsp:nvSpPr>
      <dsp:spPr>
        <a:xfrm>
          <a:off x="370762" y="4190726"/>
          <a:ext cx="1826218" cy="1915671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14000" b="-1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E722B-1FC8-4CBF-B9B6-B6F7A479E0CB}">
      <dsp:nvSpPr>
        <dsp:cNvPr id="0" name=""/>
        <dsp:cNvSpPr/>
      </dsp:nvSpPr>
      <dsp:spPr>
        <a:xfrm>
          <a:off x="810691" y="572030"/>
          <a:ext cx="1940057" cy="163172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B755B-6D83-4809-9020-E1EA2D42064A}">
      <dsp:nvSpPr>
        <dsp:cNvPr id="0" name=""/>
        <dsp:cNvSpPr/>
      </dsp:nvSpPr>
      <dsp:spPr>
        <a:xfrm>
          <a:off x="266927" y="1532159"/>
          <a:ext cx="693489" cy="503083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成品</a:t>
          </a:r>
        </a:p>
      </dsp:txBody>
      <dsp:txXfrm>
        <a:off x="266927" y="1532159"/>
        <a:ext cx="693489" cy="503083"/>
      </dsp:txXfrm>
    </dsp:sp>
    <dsp:sp modelId="{90CC6BE8-BC94-491C-9B61-0E1A2BA1AB24}">
      <dsp:nvSpPr>
        <dsp:cNvPr id="0" name=""/>
        <dsp:cNvSpPr/>
      </dsp:nvSpPr>
      <dsp:spPr>
        <a:xfrm>
          <a:off x="3754239" y="572030"/>
          <a:ext cx="1940057" cy="1631727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1813" r="-9813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9366D-BDF9-42D4-8870-861B9E637934}">
      <dsp:nvSpPr>
        <dsp:cNvPr id="0" name=""/>
        <dsp:cNvSpPr/>
      </dsp:nvSpPr>
      <dsp:spPr>
        <a:xfrm>
          <a:off x="3091514" y="1487483"/>
          <a:ext cx="931409" cy="592434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制作过程</a:t>
          </a:r>
        </a:p>
      </dsp:txBody>
      <dsp:txXfrm>
        <a:off x="3091514" y="1487483"/>
        <a:ext cx="931409" cy="592434"/>
      </dsp:txXfrm>
    </dsp:sp>
    <dsp:sp modelId="{8376C9EC-DB71-4CB6-BF58-5F2D821DF0DF}">
      <dsp:nvSpPr>
        <dsp:cNvPr id="0" name=""/>
        <dsp:cNvSpPr/>
      </dsp:nvSpPr>
      <dsp:spPr>
        <a:xfrm>
          <a:off x="2416016" y="2497661"/>
          <a:ext cx="1940057" cy="1631727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-8125" r="-1587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1D775-169B-4D7A-92A2-2AA064E1009F}">
      <dsp:nvSpPr>
        <dsp:cNvPr id="0" name=""/>
        <dsp:cNvSpPr/>
      </dsp:nvSpPr>
      <dsp:spPr>
        <a:xfrm>
          <a:off x="1605149" y="3429905"/>
          <a:ext cx="1227695" cy="558851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 dirty="0"/>
        </a:p>
      </dsp:txBody>
      <dsp:txXfrm>
        <a:off x="1605149" y="3429905"/>
        <a:ext cx="1227695" cy="5588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8D83A-EB13-47C0-A9EB-44BA4861BD73}">
      <dsp:nvSpPr>
        <dsp:cNvPr id="0" name=""/>
        <dsp:cNvSpPr/>
      </dsp:nvSpPr>
      <dsp:spPr>
        <a:xfrm>
          <a:off x="1761632" y="49262"/>
          <a:ext cx="2658718" cy="23646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国家成就</a:t>
          </a:r>
        </a:p>
      </dsp:txBody>
      <dsp:txXfrm>
        <a:off x="2116128" y="463069"/>
        <a:ext cx="1949726" cy="1064073"/>
      </dsp:txXfrm>
    </dsp:sp>
    <dsp:sp modelId="{BE7EC2C2-4A9B-42AA-BA87-594D118B88BA}">
      <dsp:nvSpPr>
        <dsp:cNvPr id="0" name=""/>
        <dsp:cNvSpPr/>
      </dsp:nvSpPr>
      <dsp:spPr>
        <a:xfrm>
          <a:off x="2761916" y="1527142"/>
          <a:ext cx="2364608" cy="23646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文化创新</a:t>
          </a:r>
        </a:p>
      </dsp:txBody>
      <dsp:txXfrm>
        <a:off x="3485092" y="2138000"/>
        <a:ext cx="1418765" cy="1300534"/>
      </dsp:txXfrm>
    </dsp:sp>
    <dsp:sp modelId="{8E04A113-55F9-400C-B6EA-2D5185047356}">
      <dsp:nvSpPr>
        <dsp:cNvPr id="0" name=""/>
        <dsp:cNvSpPr/>
      </dsp:nvSpPr>
      <dsp:spPr>
        <a:xfrm>
          <a:off x="1055457" y="1527142"/>
          <a:ext cx="2364608" cy="23646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社会发展</a:t>
          </a:r>
        </a:p>
      </dsp:txBody>
      <dsp:txXfrm>
        <a:off x="1278125" y="2138000"/>
        <a:ext cx="1418765" cy="1300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25:26.44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25:41.045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26:13.155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1978,'16'-1,"0"0,1-2,25-5,-10 0,573-140,-497 116,452-129,12 25,-135 57,2 20,492-2,32 64,-948-2,179 8,-160-6,0 3,0 0,51 18,-67-17,-1 1,17 11,-18-10,0 0,19 6,-31-14,18 8,-22-9,0 0,0 1,1-1,-1 0,0 0,0 0,0 1,1-1,-1 0,0 0,0 1,0-1,1 0,-1 0,0 1,0-1,0 0,0 0,0 1,0-1,0 0,0 1,0-1,0 1,0-1,0 1,0-1,-1 1,1-1,-1 1,1-1,0 1,-1-1,1 1,-1-1,1 0,-1 1,1-1,-1 0,1 1,-1-1,0 0,-14 7,-29 8,15-6,-261 88,-376 116,170-83,-105 30,-306 116,872-265,12-4,1 1,-41 20,57-24,8 0,1-2,1-1,0 1,-1-1,1 0,0 0,5 0,49 7,75-1,-113-6,187 4,72-2,69 0,57 3,566 16,-5 23,-763-29,-154-12,-20-3,0 2,44 11,-64-11,-13 0,-2-2,-1 0,0 0,0 0,0-1,-10-2,-43-6,3-5,0-1,-106-45,-107-67,151 68,-85-38,-33-14,-36-8,-35-7,-1395-440,1458 505,60 22,-23 8,186 29,19 1,-1 0,1 0,0 0,0 0,0-1,0 1,0-1,-1 0,1 0,-3-2,6 3,-1-1,1 1,0-1,0 1,0-1,0 1,0-1,0 1,0-1,0 1,0-1,0 1,0-1,0 0,0 1,0-1,0 1,0-1,1 1,-1-1,0 1,0-1,1 1,-1 0,0-1,0 1,1-1,-1 1,1 0,0-1,0-2,18-37,-14 30,-1 0,2 0,11-18,-8 17,1 1,0 0,1 1,0 0,0 0,1 1,0 1,15-7,6-1,1 2,38-10,199-41,10 16,-250 42,569-84,-56 9,-517 76,-9 3,0-1,0-1,21-7,-33 7,-10 0,-14 2,-197 0,122 3,-1528 2,1100-4,496 0,0-1,-47-12,42 8,-36-3,48 6,-31-7,1-1,-11 4,-64 1,56 4,63 2,-1 0,1-1,0 1,0-1,0 0,-5-2,8 3,0-1,1 1,-1 0,1-1,-1 1,1 0,-1-1,1 1,-1-1,1 1,-1-1,1 1,0-1,-1 1,1-1,0 1,-1-1,1 0,0 0,0 0,0 0,0 0,0 1,0-1,0 0,0 0,0 0,1 0,-1 0,0 1,1-1,-1 0,1 0,-1 0,1 1,-1-1,2-1,3-3,-1 0,2 0,-1 1,0-1,11-5,-6 4,39-24,1 2,70-28,115-30,-77 38,2 6,197-24,-155 42,286 5,-419 20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4:04.570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4:17.013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0 912,'11'-4,"-1"-1,15-8,6-3,791-331,-529 237,5 14,3 12,4 14,451-46,-435 90,-33 10,-43 9,-49 6,434 30,-595-26,593 72,-203 14,-409-85,-4-1,1 0,-1 1,0 0,0 1,-1 0,20 12,-30-16,0 0,0 0,1 0,-1 0,0 0,0 0,0 1,0-1,0 0,-1 1,1-1,0 1,-1-1,1 1,0-1,-1 1,0-1,1 1,-1 0,0 1,0 0,-1 0,1 0,-1-1,0 1,1 0,-1 0,0-1,-1 1,1-1,-3 5,-3 3,-1 0,-1-1,-18 17,27-26,-47 39,-56 36,-58 27,37-25,-559 318,676-392,-15 9,-31 21,52-32,0 0,0-1,0 1,0 0,1 0,-1 0,0-1,0 1,1 0,-1 0,0 0,1 0,-1 2,1-3,0 0,0 1,0-1,0 0,0 1,0-1,0 0,0 0,0 1,0-1,0 0,1 1,-1-1,0 0,0 1,0-1,0 0,1 0,-1 1,0-1,0 0,1 0,-1 0,0 1,0-1,1 0,-1 0,0 0,1 1,3 0,-1 0,1 0,0 0,0-1,0 1,4-1,216 0,-134-1,640-3,-646 7,-49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6:24.255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1038,'0'-5,"1"0,-1 1,1-1,0 0,1 1,-1-1,1 1,0-1,0 1,0 0,1 0,-1 0,1 0,0 0,0 0,6-4,6-5,0 0,30-17,-22 15,116-74,5 6,3 6,282-103,-289 135,1 6,180-25,301-1,182 37,6 27,-644 2,-135-1,876 13,-4 58,-76 74,-14 41,-626-139,-79-21,166 48,-269-72,-2-2,-1 1,1-1,-1 1,1 0,-1 0,0 0,1 0,-1 0,0 1,0-1,0 1,0-1,0 1,0 0,-1 0,1 0,2 2,-5-4,1 0,0 0,0 0,0 0,0 0,0 0,0 0,-1 0,1 0,0 0,0 0,0 0,0 0,0 0,0 0,-1 0,1 0,0 0,0 0,0 0,0 1,0-1,0 0,0 0,-1 0,1 0,0 0,0 0,0 0,0 0,0 0,0 0,0 1,0-1,0 0,0 0,0 0,0 0,0 0,-1 0,1 1,0-1,0 0,0 0,0 0,0 0,0 0,0 0,0 1,0-1,0 0,1 0,-1 0,0 0,0 0,0 0,0 0,0 1,0-1,0 0,-12-7,-243-148,79 52,164 96,-350-209,261 162,-181-68,5 34,213 72,-2 3,-89-6,-462 7,486 12,91 3,22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6:26.593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1204,'1'-7,"-1"0,1 0,1 1,-1-1,1 0,0 1,1-1,0 1,0-1,5-7,5-6,29-32,-5 12,2 2,76-57,101-53,209-95,-299 183,207-65,-80 55,319-47,415 21,7 77,577 52,-16 132,-1232-107,-64-6,-64-11,-182-38,193 50,-178-40,-28-13,0 0,1 0,-1 1,0-1,0 0,0 0,0 0,1 0,-1 0,0 0,0 1,0-1,0 0,0 0,1 0,-1 0,0 1,0-1,0 0,0 0,0 0,0 1,0-1,0 0,0 0,0 0,0 1,0-1,0 0,0 0,0 0,0 1,0-1,0 0,-1 1,0-1,1 1,-1-1,0 1,0-1,0 0,1 1,-1-1,0 0,0 0,0 1,0-1,-1 0,-29 2,-1-2,1 0,-54-9,37 3,-827-37,813 42,-991 4,726 10,-401 66,684-72,-167 32,151-25,18-5,0 2,-75 31,88-29,14-6,0-1,1 2,0 0,-17 13,-125 93,85-65,27-17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6:29.069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1538,'8'-11,"1"0,0 0,20-16,-19 18,301-238,-138 117,-103 74,149-113,9 13,-77 70,249-104,181-20,84 42,-521 144,2 7,248 2,-41 31,-5 22,-68 14,274 90,-464-112,24 6,-110-35,1 0,-1-1,1 0,-1 0,7-1,-8 1,-1-1,1 1,-1 0,1 0,-1 0,1 0,-1 0,1 0,-1 1,1-1,-1 1,1 0,-1 0,0 0,5 2,-6-2,-1 0,1 0,0 0,-1 0,1 0,-1 1,1-1,-1 0,1 0,-1 0,0 0,1 1,-1-1,0 0,0 0,0 1,0-1,0 0,0 0,-1 1,1-1,0 0,-1 0,1 0,-1 0,1 1,-2 0,-1 5,-1 0,0 0,-5 7,-12 11,-1 0,-1-2,-33 27,22-20,-292 226,135-116,133-93,27-20,30-27,0 1,0 0,1-1,-1 1,0 0,0 0,0 0,1 0,-1 0,0 0,1 0,-1 0,0 1,5 1,9-3,32-7,65-21,-20 4,498-69,-266 75,2 19,-99 1,-206-2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1T15:36:35.656"/>
    </inkml:context>
    <inkml:brush xml:id="br0">
      <inkml:brushProperty name="width" value="0.5" units="cm"/>
      <inkml:brushProperty name="height" value="1" units="cm"/>
      <inkml:brushProperty name="color" value="#D4C3D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47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1 724,'11'0,"-1"0,18-4,0-1,83-13,79-16,86-16,88-19,83-13,59-7,1017-138,11 95,-1180 122,-60 6,-55 6,-52 1,54 4,-222-7,-9 0,-1 0,1 0,-1 1,1 1,-1-1,0 2,13 3,-21-5,0-1,0 1,0-1,0 1,0-1,0 1,0 0,0-1,0 1,0 0,0 0,-1-1,1 1,0 0,-1 0,1 0,-1 0,1 0,-1 0,1 0,-1 0,1 0,-1 0,0 1,0-1,0 0,0 0,0 0,0 0,0 0,0 0,0 1,0-1,0 0,-1 0,1 0,0 0,-2 2,-1 2,0 1,0-1,-1 1,0-1,-7 7,-7 7,-2-1,-39 29,-52 24,107-69,-130 75,-165 66,-154 38,449-179,-384 144,-235 92,8 19,-352 207,610-290,-98 51,398-194,43-21,13-10,1 0,0 0,0 0,0 0,0 0,0 0,0 1,0-1,0 0,-1 0,1 0,0 0,0 0,0 0,0 0,0 0,0 0,0 0,0 1,0-1,0 0,0 0,0 0,0 0,0 0,0 0,0 0,0 1,0-1,0 0,0 0,0 0,0 0,0 0,0 0,0 0,0 1,0-1,0 0,0 0,0 0,0 0,0 0,0 0,0 0,0 0,0 1,0-1,1 0,-1 0,0 0,3 0,1 0,-1 0,1 0,-1-1,1 1,5-2,220-53,-18 10,65-11,62-8,58-1,49 4,1979-100,-2003 157,-49 4,-56 2,-65 0,-67 1,-136-3,97 7,-142-7,0 0,0 1,0-1,0 1,0 0,0 0,0 0,0 0,0 0,3 3,-6-4,1 1,-1-1,0 1,1-1,-1 1,0-1,1 1,-1-1,0 1,1-1,-1 1,0-1,0 1,0-1,0 1,1-1,-1 1,0 0,0-1,0 2,-1-1,1 1,0-1,-1 0,1 1,-1-1,0 1,1-1,-1 0,0 0,0 1,-1 0,-28 32,-1-2,-45 36,46-42,-53 42,-142 90,-109 36,-176 60,-15-25,60-28,-120 73,20 32,454-237,97-61,25-17,22-15,40-23,43-12,73-17,91-21,119-22,129-24,115-16,89-14,1602-305,18 132,-1788 289,-101 22,-102 17,-96 11,-85 8,-154-1,9 0,-1 2,52 8,-82-9,0 0,1 0,-1 0,0 1,6 3,-9-5,0 1,-1-1,1 0,0 1,-1-1,1 1,-1-1,1 1,-1-1,1 1,-1 0,1-1,-1 1,1 0,-1-1,0 1,1 0,-1-1,0 1,0 0,0 0,1-1,-1 1,0 0,0 0,0-1,0 1,0 0,0 0,-1-1,1 1,0 0,0 0,-1 0,-5 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58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47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1 724,'11'0,"-1"0,18-4,0-1,83-13,79-16,86-16,88-19,83-13,59-7,1017-138,11 95,-1180 122,-60 6,-55 6,-52 1,54 4,-222-7,-9 0,-1 0,1 0,-1 1,1 1,-1-1,0 2,13 3,-21-5,0-1,0 1,0-1,0 1,0-1,0 1,0 0,0-1,0 1,0 0,0 0,-1-1,1 1,0 0,-1 0,1 0,-1 0,1 0,-1 0,1 0,-1 0,1 0,-1 0,0 1,0-1,0 0,0 0,0 0,0 0,0 0,0 0,0 1,0-1,0 0,-1 0,1 0,0 0,-2 2,-1 2,0 1,0-1,-1 1,0-1,-7 7,-7 7,-2-1,-39 29,-52 24,107-69,-130 75,-165 66,-154 38,449-179,-384 144,-235 92,8 19,-352 207,610-290,-98 51,398-194,43-21,13-10,1 0,0 0,0 0,0 0,0 0,0 0,0 1,0-1,0 0,-1 0,1 0,0 0,0 0,0 0,0 0,0 0,0 0,0 0,0 1,0-1,0 0,0 0,0 0,0 0,0 0,0 0,0 0,0 1,0-1,0 0,0 0,0 0,0 0,0 0,0 0,0 0,0 1,0-1,0 0,0 0,0 0,0 0,0 0,0 0,0 0,0 0,0 1,0-1,1 0,-1 0,0 0,3 0,1 0,-1 0,1 0,-1-1,1 1,5-2,220-53,-18 10,65-11,62-8,58-1,49 4,1979-100,-2003 157,-49 4,-56 2,-65 0,-67 1,-136-3,97 7,-142-7,0 0,0 1,0-1,0 1,0 0,0 0,0 0,0 0,0 0,3 3,-6-4,1 1,-1-1,0 1,1-1,-1 1,0-1,1 1,-1-1,0 1,1-1,-1 1,0-1,0 1,0-1,0 1,1-1,-1 1,0 0,0-1,0 2,-1-1,1 1,0-1,-1 0,1 1,-1-1,0 1,1-1,-1 0,0 0,0 1,-1 0,-28 32,-1-2,-45 36,46-42,-53 42,-142 90,-109 36,-176 60,-15-25,60-28,-120 73,20 32,454-237,97-61,25-17,22-15,40-23,43-12,73-17,91-21,119-22,129-24,115-16,89-14,1602-305,18 132,-1788 289,-101 22,-102 17,-96 11,-85 8,-154-1,9 0,-1 2,52 8,-82-9,0 0,1 0,-1 0,0 1,6 3,-9-5,0 1,-1-1,1 0,0 1,-1-1,1 1,-1-1,1 1,-1-1,1 1,-1 0,1-1,-1 1,1 0,-1-1,0 1,1 0,-1-1,0 1,0 0,0 0,1-1,-1 1,0 0,0 0,0-1,0 1,0 0,0 0,-1-1,1 1,0 0,0 0,-1 0,-5 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58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47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1 724,'11'0,"-1"0,18-4,0-1,83-13,79-16,86-16,88-19,83-13,59-7,1017-138,11 95,-1180 122,-60 6,-55 6,-52 1,54 4,-222-7,-9 0,-1 0,1 0,-1 1,1 1,-1-1,0 2,13 3,-21-5,0-1,0 1,0-1,0 1,0-1,0 1,0 0,0-1,0 1,0 0,0 0,-1-1,1 1,0 0,-1 0,1 0,-1 0,1 0,-1 0,1 0,-1 0,1 0,-1 0,0 1,0-1,0 0,0 0,0 0,0 0,0 0,0 0,0 1,0-1,0 0,-1 0,1 0,0 0,-2 2,-1 2,0 1,0-1,-1 1,0-1,-7 7,-7 7,-2-1,-39 29,-52 24,107-69,-130 75,-165 66,-154 38,449-179,-384 144,-235 92,8 19,-352 207,610-290,-98 51,398-194,43-21,13-10,1 0,0 0,0 0,0 0,0 0,0 0,0 1,0-1,0 0,-1 0,1 0,0 0,0 0,0 0,0 0,0 0,0 0,0 0,0 1,0-1,0 0,0 0,0 0,0 0,0 0,0 0,0 0,0 1,0-1,0 0,0 0,0 0,0 0,0 0,0 0,0 0,0 1,0-1,0 0,0 0,0 0,0 0,0 0,0 0,0 0,0 0,0 1,0-1,1 0,-1 0,0 0,3 0,1 0,-1 0,1 0,-1-1,1 1,5-2,220-53,-18 10,65-11,62-8,58-1,49 4,1979-100,-2003 157,-49 4,-56 2,-65 0,-67 1,-136-3,97 7,-142-7,0 0,0 1,0-1,0 1,0 0,0 0,0 0,0 0,0 0,3 3,-6-4,1 1,-1-1,0 1,1-1,-1 1,0-1,1 1,-1-1,0 1,1-1,-1 1,0-1,0 1,0-1,0 1,1-1,-1 1,0 0,0-1,0 2,-1-1,1 1,0-1,-1 0,1 1,-1-1,0 1,1-1,-1 0,0 0,0 1,-1 0,-28 32,-1-2,-45 36,46-42,-53 42,-142 90,-109 36,-176 60,-15-25,60-28,-120 73,20 32,454-237,97-61,25-17,22-15,40-23,43-12,73-17,91-21,119-22,129-24,115-16,89-14,1602-305,18 132,-1788 289,-101 22,-102 17,-96 11,-85 8,-154-1,9 0,-1 2,52 8,-82-9,0 0,1 0,-1 0,0 1,6 3,-9-5,0 1,-1-1,1 0,0 1,-1-1,1 1,-1-1,1 1,-1-1,1 1,-1 0,1-1,-1 1,1 0,-1-1,0 1,1 0,-1-1,0 1,0 0,0 0,1-1,-1 1,0 0,0 0,0-1,0 1,0 0,0 0,-1-1,1 1,0 0,0 0,-1 0,-5 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58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47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1 724,'11'0,"-1"0,18-4,0-1,83-13,79-16,86-16,88-19,83-13,59-7,1017-138,11 95,-1180 122,-60 6,-55 6,-52 1,54 4,-222-7,-9 0,-1 0,1 0,-1 1,1 1,-1-1,0 2,13 3,-21-5,0-1,0 1,0-1,0 1,0-1,0 1,0 0,0-1,0 1,0 0,0 0,-1-1,1 1,0 0,-1 0,1 0,-1 0,1 0,-1 0,1 0,-1 0,1 0,-1 0,0 1,0-1,0 0,0 0,0 0,0 0,0 0,0 0,0 1,0-1,0 0,-1 0,1 0,0 0,-2 2,-1 2,0 1,0-1,-1 1,0-1,-7 7,-7 7,-2-1,-39 29,-52 24,107-69,-130 75,-165 66,-154 38,449-179,-384 144,-235 92,8 19,-352 207,610-290,-98 51,398-194,43-21,13-10,1 0,0 0,0 0,0 0,0 0,0 0,0 1,0-1,0 0,-1 0,1 0,0 0,0 0,0 0,0 0,0 0,0 0,0 0,0 1,0-1,0 0,0 0,0 0,0 0,0 0,0 0,0 0,0 1,0-1,0 0,0 0,0 0,0 0,0 0,0 0,0 0,0 1,0-1,0 0,0 0,0 0,0 0,0 0,0 0,0 0,0 0,0 1,0-1,1 0,-1 0,0 0,3 0,1 0,-1 0,1 0,-1-1,1 1,5-2,220-53,-18 10,65-11,62-8,58-1,49 4,1979-100,-2003 157,-49 4,-56 2,-65 0,-67 1,-136-3,97 7,-142-7,0 0,0 1,0-1,0 1,0 0,0 0,0 0,0 0,0 0,3 3,-6-4,1 1,-1-1,0 1,1-1,-1 1,0-1,1 1,-1-1,0 1,1-1,-1 1,0-1,0 1,0-1,0 1,1-1,-1 1,0 0,0-1,0 2,-1-1,1 1,0-1,-1 0,1 1,-1-1,0 1,1-1,-1 0,0 0,0 1,-1 0,-28 32,-1-2,-45 36,46-42,-53 42,-142 90,-109 36,-176 60,-15-25,60-28,-120 73,20 32,454-237,97-61,25-17,22-15,40-23,43-12,73-17,91-21,119-22,129-24,115-16,89-14,1602-305,18 132,-1788 289,-101 22,-102 17,-96 11,-85 8,-154-1,9 0,-1 2,52 8,-82-9,0 0,1 0,-1 0,0 1,6 3,-9-5,0 1,-1-1,1 0,0 1,-1-1,1 1,-1-1,1 1,-1-1,1 1,-1 0,1-1,-1 1,1 0,-1-1,0 1,1 0,-1-1,0 1,0 0,0 0,1-1,-1 1,0 0,0 0,0-1,0 1,0 0,0 0,-1-1,1 1,0 0,0 0,-1 0,-5 10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3T12:34:20.584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9EC27BA9-8016-E142-B776-C87B3D36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>
            <a:extLst>
              <a:ext uri="{FF2B5EF4-FFF2-40B4-BE49-F238E27FC236}">
                <a16:creationId xmlns:a16="http://schemas.microsoft.com/office/drawing/2014/main" id="{ECCBAAE0-1249-CE43-4F85-7F99AD7C3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B651CF7A-E912-8E0C-2B9B-2CCCA8B84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6327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F573F16C-2F18-868C-C7E9-812B180A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>
            <a:extLst>
              <a:ext uri="{FF2B5EF4-FFF2-40B4-BE49-F238E27FC236}">
                <a16:creationId xmlns:a16="http://schemas.microsoft.com/office/drawing/2014/main" id="{8E75D406-1B47-6A74-D108-EACF5035F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B23CD0A5-916D-32E9-B06C-AF224F1A57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94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6545F643-889D-42FA-55FD-1E75D2115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>
            <a:extLst>
              <a:ext uri="{FF2B5EF4-FFF2-40B4-BE49-F238E27FC236}">
                <a16:creationId xmlns:a16="http://schemas.microsoft.com/office/drawing/2014/main" id="{F64D25AA-A223-4854-E105-AE2BBFFF9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D9B7D30A-190B-AE5F-EEED-9B29F0FE0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8523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D2039DD9-EDCC-44AE-87DB-CBF5B991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>
            <a:extLst>
              <a:ext uri="{FF2B5EF4-FFF2-40B4-BE49-F238E27FC236}">
                <a16:creationId xmlns:a16="http://schemas.microsoft.com/office/drawing/2014/main" id="{A4F4C162-BC76-F172-671C-176F2490A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62CB4112-5C21-48D5-EBBE-5AC5DEDAA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1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4600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2006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7962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2052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078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6489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419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1439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160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52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38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52169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5.xml"/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21" Type="http://schemas.openxmlformats.org/officeDocument/2006/relationships/image" Target="../media/image19.png"/><Relationship Id="rId7" Type="http://schemas.openxmlformats.org/officeDocument/2006/relationships/customXml" Target="../ink/ink2.xml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4.xml"/><Relationship Id="rId15" Type="http://schemas.openxmlformats.org/officeDocument/2006/relationships/image" Target="../media/image16.png"/><Relationship Id="rId23" Type="http://schemas.openxmlformats.org/officeDocument/2006/relationships/image" Target="../media/image3.png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customXml" Target="../ink/ink1.xml"/><Relationship Id="rId9" Type="http://schemas.openxmlformats.org/officeDocument/2006/relationships/customXml" Target="../ink/ink3.xml"/><Relationship Id="rId14" Type="http://schemas.openxmlformats.org/officeDocument/2006/relationships/image" Target="../media/image15.png"/><Relationship Id="rId22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5" Type="http://schemas.openxmlformats.org/officeDocument/2006/relationships/image" Target="../media/image20.png"/><Relationship Id="rId4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5" Type="http://schemas.openxmlformats.org/officeDocument/2006/relationships/image" Target="../media/image20.png"/><Relationship Id="rId4" Type="http://schemas.openxmlformats.org/officeDocument/2006/relationships/customXml" Target="../ink/ink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6.png"/><Relationship Id="rId5" Type="http://schemas.openxmlformats.org/officeDocument/2006/relationships/image" Target="../media/image48.png"/><Relationship Id="rId10" Type="http://schemas.openxmlformats.org/officeDocument/2006/relationships/image" Target="../media/image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54.svg"/><Relationship Id="rId3" Type="http://schemas.openxmlformats.org/officeDocument/2006/relationships/image" Target="../media/image22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Data" Target="../diagrams/data1.xml"/><Relationship Id="rId11" Type="http://schemas.openxmlformats.org/officeDocument/2006/relationships/image" Target="../media/image10.svg"/><Relationship Id="rId5" Type="http://schemas.openxmlformats.org/officeDocument/2006/relationships/image" Target="../media/image52.png"/><Relationship Id="rId15" Type="http://schemas.openxmlformats.org/officeDocument/2006/relationships/image" Target="../media/image6.png"/><Relationship Id="rId10" Type="http://schemas.microsoft.com/office/2007/relationships/diagramDrawing" Target="../diagrams/drawing1.xml"/><Relationship Id="rId4" Type="http://schemas.openxmlformats.org/officeDocument/2006/relationships/image" Target="../media/image51.png"/><Relationship Id="rId9" Type="http://schemas.openxmlformats.org/officeDocument/2006/relationships/diagramColors" Target="../diagrams/colors1.xml"/><Relationship Id="rId14" Type="http://schemas.openxmlformats.org/officeDocument/2006/relationships/image" Target="../media/image5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image" Target="../media/image56.png"/><Relationship Id="rId4" Type="http://schemas.openxmlformats.org/officeDocument/2006/relationships/customXml" Target="../ink/ink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2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11" Type="http://schemas.openxmlformats.org/officeDocument/2006/relationships/image" Target="../media/image66.jpg"/><Relationship Id="rId5" Type="http://schemas.openxmlformats.org/officeDocument/2006/relationships/image" Target="../media/image3.png"/><Relationship Id="rId10" Type="http://schemas.microsoft.com/office/2007/relationships/diagramDrawing" Target="../diagrams/drawing2.xml"/><Relationship Id="rId4" Type="http://schemas.openxmlformats.org/officeDocument/2006/relationships/image" Target="../media/image61.png"/><Relationship Id="rId9" Type="http://schemas.openxmlformats.org/officeDocument/2006/relationships/diagramColors" Target="../diagrams/colors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g"/><Relationship Id="rId3" Type="http://schemas.openxmlformats.org/officeDocument/2006/relationships/image" Target="../media/image1.png"/><Relationship Id="rId7" Type="http://schemas.openxmlformats.org/officeDocument/2006/relationships/image" Target="../media/image68.jpg"/><Relationship Id="rId12" Type="http://schemas.openxmlformats.org/officeDocument/2006/relationships/image" Target="../media/image7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jpg"/><Relationship Id="rId11" Type="http://schemas.openxmlformats.org/officeDocument/2006/relationships/image" Target="../media/image72.jpg"/><Relationship Id="rId5" Type="http://schemas.openxmlformats.org/officeDocument/2006/relationships/image" Target="../media/image3.png"/><Relationship Id="rId10" Type="http://schemas.openxmlformats.org/officeDocument/2006/relationships/image" Target="../media/image71.jpg"/><Relationship Id="rId4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13" Type="http://schemas.openxmlformats.org/officeDocument/2006/relationships/diagramData" Target="../diagrams/data4.xml"/><Relationship Id="rId1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diagramLayout" Target="../diagrams/layout3.xml"/><Relationship Id="rId12" Type="http://schemas.openxmlformats.org/officeDocument/2006/relationships/image" Target="../media/image51.png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diagramQuickStyle" Target="../diagrams/quickStyle4.xml"/><Relationship Id="rId10" Type="http://schemas.microsoft.com/office/2007/relationships/diagramDrawing" Target="../diagrams/drawing3.xml"/><Relationship Id="rId19" Type="http://schemas.openxmlformats.org/officeDocument/2006/relationships/image" Target="../media/image50.png"/><Relationship Id="rId4" Type="http://schemas.openxmlformats.org/officeDocument/2006/relationships/image" Target="../media/image61.png"/><Relationship Id="rId9" Type="http://schemas.openxmlformats.org/officeDocument/2006/relationships/diagramColors" Target="../diagrams/colors3.xml"/><Relationship Id="rId1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.xml"/><Relationship Id="rId5" Type="http://schemas.openxmlformats.org/officeDocument/2006/relationships/image" Target="../media/image56.png"/><Relationship Id="rId4" Type="http://schemas.openxmlformats.org/officeDocument/2006/relationships/customXml" Target="../ink/ink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3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6.png"/><Relationship Id="rId4" Type="http://schemas.openxmlformats.org/officeDocument/2006/relationships/image" Target="../media/image83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svg"/><Relationship Id="rId3" Type="http://schemas.openxmlformats.org/officeDocument/2006/relationships/image" Target="../media/image31.png"/><Relationship Id="rId7" Type="http://schemas.openxmlformats.org/officeDocument/2006/relationships/image" Target="../media/image90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3.png"/><Relationship Id="rId9" Type="http://schemas.openxmlformats.org/officeDocument/2006/relationships/image" Target="../media/image92.png"/><Relationship Id="rId1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diagramQuickStyle" Target="../diagrams/quickStyle5.xml"/><Relationship Id="rId3" Type="http://schemas.openxmlformats.org/officeDocument/2006/relationships/image" Target="../media/image31.png"/><Relationship Id="rId7" Type="http://schemas.openxmlformats.org/officeDocument/2006/relationships/image" Target="../media/image83.png"/><Relationship Id="rId12" Type="http://schemas.openxmlformats.org/officeDocument/2006/relationships/diagramLayout" Target="../diagrams/layou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diagramData" Target="../diagrams/data5.xml"/><Relationship Id="rId5" Type="http://schemas.microsoft.com/office/2007/relationships/hdphoto" Target="../media/hdphoto2.wdp"/><Relationship Id="rId15" Type="http://schemas.microsoft.com/office/2007/relationships/diagramDrawing" Target="../diagrams/drawing5.xml"/><Relationship Id="rId10" Type="http://schemas.openxmlformats.org/officeDocument/2006/relationships/image" Target="../media/image3.png"/><Relationship Id="rId4" Type="http://schemas.openxmlformats.org/officeDocument/2006/relationships/image" Target="../media/image96.png"/><Relationship Id="rId9" Type="http://schemas.openxmlformats.org/officeDocument/2006/relationships/image" Target="../media/image98.png"/><Relationship Id="rId14" Type="http://schemas.openxmlformats.org/officeDocument/2006/relationships/diagramColors" Target="../diagrams/colors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6.png"/><Relationship Id="rId3" Type="http://schemas.openxmlformats.org/officeDocument/2006/relationships/image" Target="../media/image61.png"/><Relationship Id="rId7" Type="http://schemas.openxmlformats.org/officeDocument/2006/relationships/image" Target="../media/image102.jpg"/><Relationship Id="rId12" Type="http://schemas.openxmlformats.org/officeDocument/2006/relationships/image" Target="../media/image10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sv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jpg"/><Relationship Id="rId9" Type="http://schemas.openxmlformats.org/officeDocument/2006/relationships/image" Target="../media/image104.png"/><Relationship Id="rId1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6793" y="590847"/>
            <a:ext cx="9172106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50;p16" descr="image.png">
            <a:extLst>
              <a:ext uri="{FF2B5EF4-FFF2-40B4-BE49-F238E27FC236}">
                <a16:creationId xmlns:a16="http://schemas.microsoft.com/office/drawing/2014/main" id="{AE462251-A25B-59C0-1CCA-768EB0FE613B}"/>
              </a:ext>
            </a:extLst>
          </p:cNvPr>
          <p:cNvPicPr preferRelativeResize="0"/>
          <p:nvPr/>
        </p:nvPicPr>
        <p:blipFill rotWithShape="1">
          <a:blip r:embed="rId5">
            <a:alphaModFix amt="15000"/>
          </a:blip>
          <a:srcRect/>
          <a:stretch/>
        </p:blipFill>
        <p:spPr>
          <a:xfrm>
            <a:off x="-372678" y="2118738"/>
            <a:ext cx="5608816" cy="540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5;p13" descr="image.png">
            <a:extLst>
              <a:ext uri="{FF2B5EF4-FFF2-40B4-BE49-F238E27FC236}">
                <a16:creationId xmlns:a16="http://schemas.microsoft.com/office/drawing/2014/main" id="{D0C10870-7500-C632-B6C9-0F8A63F4BEA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6">
            <a:alphaModFix amt="6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359275" y="1052512"/>
            <a:ext cx="9172106" cy="47529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99916" y="3681412"/>
            <a:ext cx="6392167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60619" y="1371613"/>
            <a:ext cx="9038598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i="0" u="none" strike="noStrike" cap="none" dirty="0">
                <a:solidFill>
                  <a:srgbClr val="7BA8C7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  <a:cs typeface="Comfortaa"/>
                <a:sym typeface="Comfortaa"/>
              </a:rPr>
              <a:t>西安交通大学英仔爱心社启明星部门部长换届答辩</a:t>
            </a:r>
            <a:endParaRPr sz="6000" dirty="0">
              <a:solidFill>
                <a:srgbClr val="7BA8C7"/>
              </a:solidFill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852509" y="3811894"/>
            <a:ext cx="63921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000000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  <a:cs typeface="Noto Sans SC"/>
                <a:sym typeface="Noto Sans SC"/>
              </a:rPr>
              <a:t>竞选人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  <a:cs typeface="Noto Sans SC"/>
                <a:sym typeface="Noto Sans SC"/>
              </a:rPr>
              <a:t>：</a:t>
            </a:r>
            <a:r>
              <a:rPr lang="zh-CN" altLang="en-US" sz="3600" dirty="0">
                <a:latin typeface="Aa墨竹仙鹤如意行书" panose="02010600010101010101" pitchFamily="2" charset="-122"/>
                <a:ea typeface="Aa墨竹仙鹤如意行书" panose="02010600010101010101" pitchFamily="2" charset="-122"/>
                <a:cs typeface="Noto Sans SC"/>
                <a:sym typeface="Noto Sans SC"/>
              </a:rPr>
              <a:t>黎雅诗</a:t>
            </a:r>
            <a:endParaRPr sz="36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852509" y="4757571"/>
            <a:ext cx="63921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7BA8C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 · </a:t>
            </a:r>
            <a:r>
              <a:rPr lang="en-US" sz="2000" b="0" i="0" u="none" strike="noStrike" cap="none" dirty="0" err="1">
                <a:solidFill>
                  <a:srgbClr val="7BA8C7"/>
                </a:solidFill>
                <a:latin typeface="Noto Sans SC"/>
                <a:ea typeface="Noto Sans SC"/>
                <a:cs typeface="Noto Sans SC"/>
                <a:sym typeface="Noto Sans SC"/>
              </a:rPr>
              <a:t>西安交通大学</a:t>
            </a:r>
            <a:endParaRPr sz="2000" dirty="0">
              <a:solidFill>
                <a:srgbClr val="7BA8C7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21308-2972-EF47-31FC-DDF2856C39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pic>
        <p:nvPicPr>
          <p:cNvPr id="8" name="图形 7" descr="孩子 纯色填充">
            <a:extLst>
              <a:ext uri="{FF2B5EF4-FFF2-40B4-BE49-F238E27FC236}">
                <a16:creationId xmlns:a16="http://schemas.microsoft.com/office/drawing/2014/main" id="{1DBF69A2-1622-C22B-39C3-F8BF75D21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41197" y="4603105"/>
            <a:ext cx="914400" cy="914400"/>
          </a:xfrm>
          <a:prstGeom prst="rect">
            <a:avLst/>
          </a:prstGeom>
        </p:spPr>
      </p:pic>
      <p:pic>
        <p:nvPicPr>
          <p:cNvPr id="10" name="图形 9" descr="儿童与气球 纯色填充">
            <a:extLst>
              <a:ext uri="{FF2B5EF4-FFF2-40B4-BE49-F238E27FC236}">
                <a16:creationId xmlns:a16="http://schemas.microsoft.com/office/drawing/2014/main" id="{4EB1C432-1528-E6C2-B2F1-CAA4B0EE7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8719" y="4260203"/>
            <a:ext cx="914400" cy="914400"/>
          </a:xfrm>
          <a:prstGeom prst="rect">
            <a:avLst/>
          </a:prstGeom>
        </p:spPr>
      </p:pic>
      <p:pic>
        <p:nvPicPr>
          <p:cNvPr id="12" name="图形 11" descr="困惑的人 纯色填充">
            <a:extLst>
              <a:ext uri="{FF2B5EF4-FFF2-40B4-BE49-F238E27FC236}">
                <a16:creationId xmlns:a16="http://schemas.microsoft.com/office/drawing/2014/main" id="{08AD6E3D-CB27-F384-F4D1-962A230A7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98137" y="4260203"/>
            <a:ext cx="914400" cy="914400"/>
          </a:xfrm>
          <a:prstGeom prst="rect">
            <a:avLst/>
          </a:prstGeom>
        </p:spPr>
      </p:pic>
      <p:pic>
        <p:nvPicPr>
          <p:cNvPr id="14" name="图形 13" descr="连接 纯色填充">
            <a:extLst>
              <a:ext uri="{FF2B5EF4-FFF2-40B4-BE49-F238E27FC236}">
                <a16:creationId xmlns:a16="http://schemas.microsoft.com/office/drawing/2014/main" id="{F9CC55D6-9529-2253-A6CC-8BAFD5687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475" y="5060305"/>
            <a:ext cx="914400" cy="914400"/>
          </a:xfrm>
          <a:prstGeom prst="rect">
            <a:avLst/>
          </a:prstGeom>
        </p:spPr>
      </p:pic>
      <p:pic>
        <p:nvPicPr>
          <p:cNvPr id="16" name="图形 15" descr="流星 纯色填充">
            <a:extLst>
              <a:ext uri="{FF2B5EF4-FFF2-40B4-BE49-F238E27FC236}">
                <a16:creationId xmlns:a16="http://schemas.microsoft.com/office/drawing/2014/main" id="{9BE8D109-17FB-42FA-C7D3-D0AD6EAEA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2074" y="477441"/>
            <a:ext cx="914400" cy="914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" descr="image.png">
            <a:extLst>
              <a:ext uri="{FF2B5EF4-FFF2-40B4-BE49-F238E27FC236}">
                <a16:creationId xmlns:a16="http://schemas.microsoft.com/office/drawing/2014/main" id="{545CF080-9E22-B782-29D4-4DAA7FC1332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E4522D-5898-7E65-477E-8EC07C5412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366487-F1C8-C95F-EB30-C0BCAED90B61}"/>
              </a:ext>
            </a:extLst>
          </p:cNvPr>
          <p:cNvSpPr txBox="1"/>
          <p:nvPr/>
        </p:nvSpPr>
        <p:spPr>
          <a:xfrm>
            <a:off x="914402" y="405684"/>
            <a:ext cx="2234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chemeClr val="bg2">
                    <a:lumMod val="40000"/>
                    <a:lumOff val="60000"/>
                  </a:schemeClr>
                </a:solidFill>
                <a:latin typeface="Aa桃花扇" panose="02010600010101010101" pitchFamily="2" charset="-122"/>
                <a:ea typeface="Aa桃花扇" panose="02010600010101010101" pitchFamily="2" charset="-122"/>
              </a:rPr>
              <a:t>目录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4C73794-3501-8219-6D93-59016763620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46431" y="1067403"/>
            <a:ext cx="760729" cy="722532"/>
            <a:chOff x="4446431" y="1067403"/>
            <a:chExt cx="760729" cy="722532"/>
          </a:xfrm>
        </p:grpSpPr>
        <p:sp>
          <p:nvSpPr>
            <p:cNvPr id="11" name="流程图: 接点 10">
              <a:extLst>
                <a:ext uri="{FF2B5EF4-FFF2-40B4-BE49-F238E27FC236}">
                  <a16:creationId xmlns:a16="http://schemas.microsoft.com/office/drawing/2014/main" id="{4885674D-D53D-DC64-CC46-5A53AF8B7B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46431" y="1067403"/>
              <a:ext cx="714778" cy="676141"/>
            </a:xfrm>
            <a:prstGeom prst="flowChartConnector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流程图: 接点 11">
              <a:extLst>
                <a:ext uri="{FF2B5EF4-FFF2-40B4-BE49-F238E27FC236}">
                  <a16:creationId xmlns:a16="http://schemas.microsoft.com/office/drawing/2014/main" id="{6C8EF8E7-2F76-C4EF-8205-FA52FB5856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72687" y="1255462"/>
              <a:ext cx="534473" cy="534473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Aa桃花扇" panose="02010600010101010101" pitchFamily="2" charset="-122"/>
                  <a:ea typeface="Aa桃花扇" panose="02010600010101010101" pitchFamily="2" charset="-122"/>
                </a:rPr>
                <a:t>1</a:t>
              </a:r>
              <a:endParaRPr lang="zh-CN" altLang="en-US" sz="440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AD42B66-26F1-41FA-6F40-2AF9C8132EE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46431" y="2190363"/>
            <a:ext cx="760729" cy="722532"/>
            <a:chOff x="4446431" y="1067403"/>
            <a:chExt cx="760729" cy="722532"/>
          </a:xfrm>
        </p:grpSpPr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39CB6585-4E03-A983-70C8-B02B93B5FD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46431" y="1067403"/>
              <a:ext cx="714778" cy="676141"/>
            </a:xfrm>
            <a:prstGeom prst="flowChartConnector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6C10B566-D969-CF93-FD54-4C8B6AD19F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72687" y="1255462"/>
              <a:ext cx="534473" cy="534473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Aa桃花扇" panose="02010600010101010101" pitchFamily="2" charset="-122"/>
                  <a:ea typeface="Aa桃花扇" panose="02010600010101010101" pitchFamily="2" charset="-122"/>
                </a:rPr>
                <a:t>2</a:t>
              </a:r>
              <a:endParaRPr lang="zh-CN" altLang="en-US" sz="440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89775CC-3FA6-7496-BE35-66CC2B07023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46431" y="3406106"/>
            <a:ext cx="760729" cy="722532"/>
            <a:chOff x="4446431" y="1067403"/>
            <a:chExt cx="760729" cy="722532"/>
          </a:xfrm>
        </p:grpSpPr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B16574C0-5C43-F0D9-C1E8-37F2DD92C1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46431" y="1067403"/>
              <a:ext cx="714778" cy="676141"/>
            </a:xfrm>
            <a:prstGeom prst="flowChartConnector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0B18F684-D735-D539-BB9F-6719682C54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72687" y="1255462"/>
              <a:ext cx="534473" cy="534473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Aa桃花扇" panose="02010600010101010101" pitchFamily="2" charset="-122"/>
                  <a:ea typeface="Aa桃花扇" panose="02010600010101010101" pitchFamily="2" charset="-122"/>
                </a:rPr>
                <a:t>3</a:t>
              </a:r>
              <a:endParaRPr lang="zh-CN" altLang="en-US" sz="440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59812A3-E8A1-EB02-FC96-8DCB25DFEA0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446431" y="4510399"/>
            <a:ext cx="760729" cy="722532"/>
            <a:chOff x="4446431" y="1067403"/>
            <a:chExt cx="760729" cy="722532"/>
          </a:xfrm>
        </p:grpSpPr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67C4262A-8A59-485D-F1B5-9C586F5D2A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46431" y="1067403"/>
              <a:ext cx="714778" cy="676141"/>
            </a:xfrm>
            <a:prstGeom prst="flowChartConnector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21DC0B95-8CA2-271D-A6F0-4CF54B00D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72687" y="1255462"/>
              <a:ext cx="534473" cy="534473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Aa桃花扇" panose="02010600010101010101" pitchFamily="2" charset="-122"/>
                  <a:ea typeface="Aa桃花扇" panose="02010600010101010101" pitchFamily="2" charset="-122"/>
                </a:rPr>
                <a:t>4</a:t>
              </a:r>
              <a:endParaRPr lang="zh-CN" altLang="en-US" sz="440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4D617447-C640-6130-CA24-2155A4E2E8F6}"/>
                  </a:ext>
                </a:extLst>
              </p14:cNvPr>
              <p14:cNvContentPartPr/>
              <p14:nvPr/>
            </p14:nvContentPartPr>
            <p14:xfrm>
              <a:off x="-342213" y="1050975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4D617447-C640-6130-CA24-2155A4E2E8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31853" y="87097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59C8FAEB-E824-5E04-43A0-C037FEAC673B}"/>
                  </a:ext>
                </a:extLst>
              </p14:cNvPr>
              <p14:cNvContentPartPr/>
              <p14:nvPr/>
            </p14:nvContentPartPr>
            <p14:xfrm>
              <a:off x="-416900" y="2587455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59C8FAEB-E824-5E04-43A0-C037FEAC6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06540" y="240781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4B67942F-AAB0-4E09-FD2A-EC0EE0422307}"/>
                  </a:ext>
                </a:extLst>
              </p14:cNvPr>
              <p14:cNvContentPartPr/>
              <p14:nvPr/>
            </p14:nvContentPartPr>
            <p14:xfrm>
              <a:off x="994896" y="606735"/>
              <a:ext cx="2126520" cy="91800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4B67942F-AAB0-4E09-FD2A-EC0EE04223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5256" y="427095"/>
                <a:ext cx="2306160" cy="127764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4D9BDE41-F782-8DB2-B267-9EC7A959036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23699" y="1050975"/>
            <a:ext cx="4136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tx1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自我介绍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ADC2D56-3973-9238-D80A-F0CB3B41A80C}"/>
              </a:ext>
            </a:extLst>
          </p:cNvPr>
          <p:cNvSpPr txBox="1"/>
          <p:nvPr/>
        </p:nvSpPr>
        <p:spPr>
          <a:xfrm>
            <a:off x="5623699" y="2143712"/>
            <a:ext cx="4136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tx1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竞选理由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223EFA3-FED4-FAB2-C127-BFD41BE142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3853" y="3406106"/>
            <a:ext cx="4136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tx1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工作总结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292A368-264C-B18B-DF46-A27736FD1F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23698" y="4580973"/>
            <a:ext cx="4136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tx1"/>
                </a:solidFill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部门规划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CFF4B80D-7CF5-184D-D06B-3E3BD1979AFD}"/>
                  </a:ext>
                </a:extLst>
              </p14:cNvPr>
              <p14:cNvContentPartPr/>
              <p14:nvPr/>
            </p14:nvContentPartPr>
            <p14:xfrm>
              <a:off x="-336384" y="1125855"/>
              <a:ext cx="360" cy="36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CFF4B80D-7CF5-184D-D06B-3E3BD1979A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426024" y="945855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76A7A83E-29F9-7B30-E0DA-C876340A910C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5915376" y="4853295"/>
              <a:ext cx="2072160" cy="405360"/>
            </p14:xfrm>
          </p:contentPart>
        </mc:Choice>
        <mc:Fallback xmlns=""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76A7A83E-29F9-7B30-E0DA-C876340A910C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25376" y="4673295"/>
                <a:ext cx="2251800" cy="765000"/>
              </a:xfrm>
              <a:prstGeom prst="rect">
                <a:avLst/>
              </a:prstGeom>
            </p:spPr>
          </p:pic>
        </mc:Fallback>
      </mc:AlternateContent>
      <p:pic>
        <p:nvPicPr>
          <p:cNvPr id="56" name="图片占位符 61" descr="雪人和企鹅">
            <a:extLst>
              <a:ext uri="{FF2B5EF4-FFF2-40B4-BE49-F238E27FC236}">
                <a16:creationId xmlns:a16="http://schemas.microsoft.com/office/drawing/2014/main" id="{E708F486-00A5-A892-596B-1AFB7C9A80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8276961" y="3117998"/>
            <a:ext cx="3740002" cy="37400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910368CD-48C7-E327-AFC3-2190DA8E31F4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5846976" y="1473975"/>
              <a:ext cx="2914200" cy="373680"/>
            </p14:xfrm>
          </p:contentPart>
        </mc:Choice>
        <mc:Fallback xmlns=""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910368CD-48C7-E327-AFC3-2190DA8E31F4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56976" y="1293975"/>
                <a:ext cx="3093840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4F5A6ACC-EC82-0C53-4AC3-E144FCBC11D9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5809536" y="2558655"/>
              <a:ext cx="2999520" cy="433800"/>
            </p14:xfrm>
          </p:contentPart>
        </mc:Choice>
        <mc:Fallback xmlns=""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4F5A6ACC-EC82-0C53-4AC3-E144FCBC11D9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19536" y="2378655"/>
                <a:ext cx="3179160" cy="79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9398CCE8-ED15-E0DA-7F85-5676A7A70253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5890176" y="3781935"/>
              <a:ext cx="2272680" cy="553680"/>
            </p14:xfrm>
          </p:contentPart>
        </mc:Choice>
        <mc:Fallback xmlns=""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9398CCE8-ED15-E0DA-7F85-5676A7A70253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00176" y="3601935"/>
                <a:ext cx="2452320" cy="9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18E59C13-406A-BE9A-DF74-35DB5480E2DE}"/>
                  </a:ext>
                </a:extLst>
              </p14:cNvPr>
              <p14:cNvContentPartPr/>
              <p14:nvPr/>
            </p14:nvContentPartPr>
            <p14:xfrm>
              <a:off x="-435384" y="640575"/>
              <a:ext cx="360" cy="360"/>
            </p14:xfrm>
          </p:contentPart>
        </mc:Choice>
        <mc:Fallback xmlns=""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18E59C13-406A-BE9A-DF74-35DB5480E2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-525384" y="460575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Google Shape;150;p16" descr="image.png">
            <a:extLst>
              <a:ext uri="{FF2B5EF4-FFF2-40B4-BE49-F238E27FC236}">
                <a16:creationId xmlns:a16="http://schemas.microsoft.com/office/drawing/2014/main" id="{5C993055-1E69-71C7-D533-F81884325D42}"/>
              </a:ext>
            </a:extLst>
          </p:cNvPr>
          <p:cNvPicPr preferRelativeResize="0"/>
          <p:nvPr/>
        </p:nvPicPr>
        <p:blipFill rotWithShape="1">
          <a:blip r:embed="rId23">
            <a:alphaModFix amt="28000"/>
          </a:blip>
          <a:srcRect/>
          <a:stretch/>
        </p:blipFill>
        <p:spPr>
          <a:xfrm>
            <a:off x="-372678" y="2118738"/>
            <a:ext cx="5608816" cy="540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50;p16" descr="image.png">
            <a:extLst>
              <a:ext uri="{FF2B5EF4-FFF2-40B4-BE49-F238E27FC236}">
                <a16:creationId xmlns:a16="http://schemas.microsoft.com/office/drawing/2014/main" id="{30497AC4-469F-765E-24FF-B5037A927E7F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161563" y="4559559"/>
            <a:ext cx="1681164" cy="1666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823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03B1C5C7-D082-6288-C0DC-AEF9E7222EB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3628E09-B359-137C-AE2E-938855F6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089" y="-1"/>
            <a:ext cx="2062911" cy="242596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2A1C6FC-6B53-DDF7-6BB2-5AC80DF2AE68}"/>
              </a:ext>
            </a:extLst>
          </p:cNvPr>
          <p:cNvSpPr txBox="1"/>
          <p:nvPr/>
        </p:nvSpPr>
        <p:spPr>
          <a:xfrm>
            <a:off x="4005942" y="1830966"/>
            <a:ext cx="491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800" dirty="0">
                <a:latin typeface="gagalin" panose="00000500000000000000" pitchFamily="50" charset="0"/>
                <a:ea typeface="Aa桃花扇" panose="02010600010101010101" pitchFamily="2" charset="-122"/>
              </a:rPr>
              <a:t>Part  1</a:t>
            </a:r>
            <a:endParaRPr lang="zh-CN" altLang="en-US" sz="10800" dirty="0">
              <a:latin typeface="gagalin" panose="00000500000000000000" pitchFamily="50" charset="0"/>
              <a:ea typeface="Aa桃花扇" panose="0201060001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099CCF5-A169-7446-3F9E-02C12EC5E518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3781587" y="2283255"/>
              <a:ext cx="5090040" cy="1322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099CCF5-A169-7446-3F9E-02C12EC5E518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947" y="2103255"/>
                <a:ext cx="5269680" cy="16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AA99F09C-E238-7D39-367C-B2F94554B1C7}"/>
                  </a:ext>
                </a:extLst>
              </p14:cNvPr>
              <p14:cNvContentPartPr/>
              <p14:nvPr/>
            </p14:nvContentPartPr>
            <p14:xfrm>
              <a:off x="8857587" y="296689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AA99F09C-E238-7D39-367C-B2F94554B1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7587" y="2787255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5DC81A59-F950-18AB-7149-EBFE46FE3E85}"/>
              </a:ext>
            </a:extLst>
          </p:cNvPr>
          <p:cNvSpPr txBox="1"/>
          <p:nvPr/>
        </p:nvSpPr>
        <p:spPr>
          <a:xfrm>
            <a:off x="4266322" y="3429000"/>
            <a:ext cx="412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自我介绍</a:t>
            </a:r>
          </a:p>
        </p:txBody>
      </p:sp>
      <p:pic>
        <p:nvPicPr>
          <p:cNvPr id="8" name="Google Shape;150;p16" descr="image.png">
            <a:extLst>
              <a:ext uri="{FF2B5EF4-FFF2-40B4-BE49-F238E27FC236}">
                <a16:creationId xmlns:a16="http://schemas.microsoft.com/office/drawing/2014/main" id="{7C78EB05-2432-975E-00C8-FE0B43FD87C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1563" y="4559559"/>
            <a:ext cx="1681164" cy="1666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16" descr="image.png">
            <a:extLst>
              <a:ext uri="{FF2B5EF4-FFF2-40B4-BE49-F238E27FC236}">
                <a16:creationId xmlns:a16="http://schemas.microsoft.com/office/drawing/2014/main" id="{971A5DA0-EAD6-7031-C858-CB7A53D0314D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8">
            <a:alphaModFix amt="28000"/>
          </a:blip>
          <a:srcRect/>
          <a:stretch/>
        </p:blipFill>
        <p:spPr>
          <a:xfrm>
            <a:off x="-541057" y="2052368"/>
            <a:ext cx="5608816" cy="54001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923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54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7;p14" descr="image.png">
            <a:extLst>
              <a:ext uri="{FF2B5EF4-FFF2-40B4-BE49-F238E27FC236}">
                <a16:creationId xmlns:a16="http://schemas.microsoft.com/office/drawing/2014/main" id="{A273BD04-7BD0-05D6-31FA-1ECB169812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73752" y="4716396"/>
            <a:ext cx="3159579" cy="129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7;p14" descr="image.png">
            <a:extLst>
              <a:ext uri="{FF2B5EF4-FFF2-40B4-BE49-F238E27FC236}">
                <a16:creationId xmlns:a16="http://schemas.microsoft.com/office/drawing/2014/main" id="{7CC7DE08-0AE2-6C5E-2C3A-406B53B716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6998" y="4732428"/>
            <a:ext cx="3159579" cy="129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7;p14" descr="image.png">
            <a:extLst>
              <a:ext uri="{FF2B5EF4-FFF2-40B4-BE49-F238E27FC236}">
                <a16:creationId xmlns:a16="http://schemas.microsoft.com/office/drawing/2014/main" id="{F946B701-E8E9-F0BA-E79A-5CC5F9D125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6503" y="3224210"/>
            <a:ext cx="3159579" cy="129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7;p14" descr="image.png">
            <a:extLst>
              <a:ext uri="{FF2B5EF4-FFF2-40B4-BE49-F238E27FC236}">
                <a16:creationId xmlns:a16="http://schemas.microsoft.com/office/drawing/2014/main" id="{6696B6A5-94DA-C942-F3F9-481E00BD6C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2788" y="3230624"/>
            <a:ext cx="3159579" cy="1291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745" y="1870591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2788" y="3339255"/>
            <a:ext cx="3048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3305919"/>
            <a:ext cx="3048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0" y="4801343"/>
            <a:ext cx="3048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4801344"/>
            <a:ext cx="30480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952500" y="1257091"/>
            <a:ext cx="9671957" cy="115997"/>
          </a:xfrm>
          <a:prstGeom prst="roundRect">
            <a:avLst>
              <a:gd name="adj" fmla="val 50000"/>
            </a:avLst>
          </a:prstGeom>
          <a:solidFill>
            <a:srgbClr val="E88D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81075" y="615106"/>
            <a:ext cx="108013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E88D6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ZCOOL KuaiLe"/>
                <a:sym typeface="ZCOOL KuaiLe"/>
              </a:rPr>
              <a:t>关于我</a:t>
            </a:r>
            <a:r>
              <a:rPr lang="en-US" sz="3900" b="1" i="0" u="none" strike="noStrike" cap="none" dirty="0">
                <a:solidFill>
                  <a:srgbClr val="E88D6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ZCOOL KuaiLe"/>
                <a:sym typeface="ZCOOL KuaiLe"/>
              </a:rPr>
              <a:t> / ABOUT ME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7">
            <a:alphaModFix/>
          </a:blip>
          <a:srcRect l="-45" t="2383" r="6950" b="26868"/>
          <a:stretch>
            <a:fillRect/>
          </a:stretch>
        </p:blipFill>
        <p:spPr>
          <a:xfrm>
            <a:off x="1403653" y="2186478"/>
            <a:ext cx="2561934" cy="26898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4" name="Google Shape;104;p14"/>
          <p:cNvSpPr txBox="1"/>
          <p:nvPr/>
        </p:nvSpPr>
        <p:spPr>
          <a:xfrm>
            <a:off x="5114924" y="1542841"/>
            <a:ext cx="50326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黎雅诗</a:t>
            </a:r>
            <a:r>
              <a:rPr lang="en-US" sz="3200" b="1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19岁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广西北海人</a:t>
            </a:r>
            <a:endParaRPr lang="en-US" sz="3200" b="0" i="0" u="none" strike="noStrike" cap="none" dirty="0">
              <a:solidFill>
                <a:srgbClr val="E88D6A"/>
              </a:solidFill>
              <a:latin typeface="gagalin" panose="00000500000000000000" pitchFamily="50" charset="0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来自</a:t>
            </a:r>
            <a:r>
              <a:rPr lang="en-US" sz="3200" b="0" i="0" u="none" strike="noStrike" cap="none" dirty="0" err="1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文治书院</a:t>
            </a:r>
            <a:r>
              <a:rPr lang="en-US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机械</a:t>
            </a:r>
            <a:r>
              <a:rPr lang="en-US" altLang="zh-CN" sz="3200" b="0" i="0" u="none" strike="noStrike" cap="none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2501</a:t>
            </a:r>
            <a:r>
              <a:rPr lang="zh-CN" altLang="en-US" sz="3200" dirty="0">
                <a:solidFill>
                  <a:srgbClr val="E88D6A"/>
                </a:solidFill>
                <a:latin typeface="gagalin" panose="00000500000000000000" pitchFamily="50" charset="0"/>
                <a:ea typeface="Noto Sans SC"/>
                <a:cs typeface="Noto Sans SC"/>
                <a:sym typeface="Noto Sans SC"/>
              </a:rPr>
              <a:t>班</a:t>
            </a:r>
            <a:endParaRPr sz="3200" dirty="0">
              <a:latin typeface="gagalin" panose="00000500000000000000" pitchFamily="50" charset="0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14924" y="3420457"/>
            <a:ext cx="333375" cy="31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490716" y="3420457"/>
            <a:ext cx="14358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学习力</a:t>
            </a:r>
            <a:endParaRPr sz="2400"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5114925" y="3810744"/>
            <a:ext cx="2533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快速掌握秀米、视频剪辑等宣传硬核技能</a:t>
            </a:r>
            <a:endParaRPr sz="1600"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8675" y="3429000"/>
            <a:ext cx="340762" cy="3055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998055" y="3420457"/>
            <a:ext cx="10914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亲和力</a:t>
            </a:r>
            <a:endParaRPr sz="2400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448675" y="3810744"/>
            <a:ext cx="2533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性格平和幽默，心态阳光，快速结交新朋友</a:t>
            </a:r>
            <a:endParaRPr sz="1600"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14925" y="4926563"/>
            <a:ext cx="333374" cy="30340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5592604" y="4935766"/>
            <a:ext cx="12925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执行力</a:t>
            </a:r>
            <a:endParaRPr sz="240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5114925" y="5306169"/>
            <a:ext cx="2533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工作认真严谨，拒绝拖延，直击问题矛盾</a:t>
            </a:r>
            <a:endParaRPr sz="1600"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48675" y="4926563"/>
            <a:ext cx="340762" cy="30340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998055" y="4876338"/>
            <a:ext cx="1387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责任感</a:t>
            </a:r>
            <a:endParaRPr sz="2400"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8448675" y="5306169"/>
            <a:ext cx="25336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5A4B42"/>
                </a:solidFill>
                <a:latin typeface="Noto Sans SC"/>
                <a:ea typeface="Noto Sans SC"/>
                <a:cs typeface="Noto Sans SC"/>
                <a:sym typeface="Noto Sans SC"/>
              </a:rPr>
              <a:t>敢于做领头羊，主动承担不退缩，专注结果落地</a:t>
            </a:r>
            <a:endParaRPr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4B6068-D243-AAF5-C17E-717805E334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4265-8B74-6213-FBEA-5EAF3E6F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DFBCCE3A-9173-8424-A27A-FA57B569710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A23D74-738D-A99F-22C7-FC5761CA0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432" y="-1"/>
            <a:ext cx="2245567" cy="264076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BA145C-59D4-BD9F-8C89-B37341ECC68C}"/>
              </a:ext>
            </a:extLst>
          </p:cNvPr>
          <p:cNvSpPr txBox="1"/>
          <p:nvPr/>
        </p:nvSpPr>
        <p:spPr>
          <a:xfrm>
            <a:off x="4005942" y="1830966"/>
            <a:ext cx="491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800" dirty="0">
                <a:latin typeface="gagalin" panose="00000500000000000000" pitchFamily="50" charset="0"/>
                <a:ea typeface="Aa桃花扇" panose="02010600010101010101" pitchFamily="2" charset="-122"/>
              </a:rPr>
              <a:t>Part  2</a:t>
            </a:r>
            <a:endParaRPr lang="zh-CN" altLang="en-US" sz="10800" dirty="0">
              <a:latin typeface="gagalin" panose="00000500000000000000" pitchFamily="50" charset="0"/>
              <a:ea typeface="Aa桃花扇" panose="0201060001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F27D430-BD90-4EA3-7CE5-41FF880B0EB6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3781587" y="2283255"/>
              <a:ext cx="5090040" cy="1322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F27D430-BD90-4EA3-7CE5-41FF880B0EB6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947" y="2103255"/>
                <a:ext cx="5269680" cy="16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60C5BAE-0ACE-2736-7E7D-331884D91DFC}"/>
                  </a:ext>
                </a:extLst>
              </p14:cNvPr>
              <p14:cNvContentPartPr/>
              <p14:nvPr/>
            </p14:nvContentPartPr>
            <p14:xfrm>
              <a:off x="8857587" y="296689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60C5BAE-0ACE-2736-7E7D-331884D91D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7587" y="2787255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F5CB39C6-1D24-8CCF-9860-BE1F70533BB5}"/>
              </a:ext>
            </a:extLst>
          </p:cNvPr>
          <p:cNvSpPr txBox="1"/>
          <p:nvPr/>
        </p:nvSpPr>
        <p:spPr>
          <a:xfrm>
            <a:off x="4266322" y="3429000"/>
            <a:ext cx="412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竞选理由</a:t>
            </a:r>
          </a:p>
        </p:txBody>
      </p:sp>
      <p:pic>
        <p:nvPicPr>
          <p:cNvPr id="8" name="Google Shape;150;p16" descr="image.png">
            <a:extLst>
              <a:ext uri="{FF2B5EF4-FFF2-40B4-BE49-F238E27FC236}">
                <a16:creationId xmlns:a16="http://schemas.microsoft.com/office/drawing/2014/main" id="{B2390C1C-661F-F2AB-C643-48E0600CC728}"/>
              </a:ext>
            </a:extLst>
          </p:cNvPr>
          <p:cNvPicPr preferRelativeResize="0"/>
          <p:nvPr/>
        </p:nvPicPr>
        <p:blipFill rotWithShape="1">
          <a:blip r:embed="rId8">
            <a:alphaModFix amt="28000"/>
          </a:blip>
          <a:srcRect/>
          <a:stretch/>
        </p:blipFill>
        <p:spPr>
          <a:xfrm>
            <a:off x="-255037" y="2177143"/>
            <a:ext cx="5608816" cy="540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16" descr="image.png">
            <a:extLst>
              <a:ext uri="{FF2B5EF4-FFF2-40B4-BE49-F238E27FC236}">
                <a16:creationId xmlns:a16="http://schemas.microsoft.com/office/drawing/2014/main" id="{92A29EA4-F847-9E47-C841-976A20C6FAA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359" y="4441372"/>
            <a:ext cx="1681164" cy="1666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49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533525"/>
            <a:ext cx="34607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533525"/>
            <a:ext cx="34607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533525"/>
            <a:ext cx="346084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3981450"/>
            <a:ext cx="34607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65575" y="3981450"/>
            <a:ext cx="7159674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3650" y="183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900272" y="2534633"/>
            <a:ext cx="29936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4A5568"/>
                </a:solidFill>
                <a:latin typeface="Comfortaa"/>
                <a:ea typeface="Comfortaa"/>
                <a:cs typeface="Comfortaa"/>
                <a:sym typeface="Comfortaa"/>
              </a:rPr>
              <a:t>方向掌舵人</a:t>
            </a:r>
            <a:endParaRPr sz="240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971550" y="3057525"/>
            <a:ext cx="2851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决策未来走向，拥有魄力与眼光</a:t>
            </a:r>
            <a:endParaRPr sz="1600" dirty="0"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62476" y="183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605739" y="2505075"/>
            <a:ext cx="29936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4A5568"/>
                </a:solidFill>
                <a:latin typeface="Comfortaa"/>
                <a:ea typeface="Comfortaa"/>
                <a:cs typeface="Comfortaa"/>
                <a:sym typeface="Comfortaa"/>
              </a:rPr>
              <a:t>内部凝聚人</a:t>
            </a:r>
            <a:endParaRPr sz="2400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4670375" y="3057525"/>
            <a:ext cx="2851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协调信息对接，增强成员归属感</a:t>
            </a:r>
            <a:endParaRPr sz="1600" dirty="0"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61450" y="18383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297919" y="2647950"/>
            <a:ext cx="2993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4A5568"/>
                </a:solidFill>
                <a:latin typeface="Comfortaa"/>
                <a:ea typeface="Comfortaa"/>
                <a:cs typeface="Comfortaa"/>
                <a:sym typeface="Comfortaa"/>
              </a:rPr>
              <a:t>部门发言人</a:t>
            </a:r>
            <a:endParaRPr sz="2400"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8369200" y="3057525"/>
            <a:ext cx="28512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代表利益形象，跨部门高效交涉</a:t>
            </a:r>
            <a:endParaRPr sz="1600" dirty="0"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63650" y="42862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900272" y="5095875"/>
            <a:ext cx="29936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4A5568"/>
                </a:solidFill>
                <a:latin typeface="Comfortaa"/>
                <a:ea typeface="Comfortaa"/>
                <a:cs typeface="Comfortaa"/>
                <a:sym typeface="Comfortaa"/>
              </a:rPr>
              <a:t>成员导师</a:t>
            </a:r>
            <a:endParaRPr sz="24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971550" y="5505450"/>
            <a:ext cx="28511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技能培训，引领新成员能力发展</a:t>
            </a:r>
            <a:endParaRPr sz="1600" dirty="0"/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70375" y="47529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35100" y="2028825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14876" y="202882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651950" y="20288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216050" y="447675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841825" y="49434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527625" y="4691062"/>
            <a:ext cx="36804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4A5568"/>
                </a:solidFill>
                <a:latin typeface="Comfortaa"/>
                <a:ea typeface="Comfortaa"/>
                <a:cs typeface="Comfortaa"/>
                <a:sym typeface="Comfortaa"/>
              </a:rPr>
              <a:t>全局规划者</a:t>
            </a:r>
            <a:endParaRPr sz="2400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5527625" y="5100637"/>
            <a:ext cx="48480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核心领导，高效分工，统筹资源协助活动顺利落地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" name="Google Shape;167;p17">
            <a:extLst>
              <a:ext uri="{FF2B5EF4-FFF2-40B4-BE49-F238E27FC236}">
                <a16:creationId xmlns:a16="http://schemas.microsoft.com/office/drawing/2014/main" id="{AA2849D6-26F5-3542-5C81-1D3DA976D3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201" y="290512"/>
            <a:ext cx="59150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E88D6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ZCOOL KuaiLe"/>
                <a:sym typeface="ZCOOL KuaiLe"/>
              </a:rPr>
              <a:t>部长定义</a:t>
            </a:r>
            <a:r>
              <a:rPr lang="en-US" sz="3900" b="1" i="0" u="none" strike="noStrike" cap="none" dirty="0">
                <a:solidFill>
                  <a:srgbClr val="E88D6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ZCOOL KuaiLe"/>
                <a:sym typeface="ZCOOL KuaiLe"/>
              </a:rPr>
              <a:t> / LEADERSHIP</a:t>
            </a:r>
            <a:endParaRPr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Google Shape;101;p14">
            <a:extLst>
              <a:ext uri="{FF2B5EF4-FFF2-40B4-BE49-F238E27FC236}">
                <a16:creationId xmlns:a16="http://schemas.microsoft.com/office/drawing/2014/main" id="{68FC2E3D-68AF-31AA-5530-95048DC743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9271" y="1012804"/>
            <a:ext cx="9671957" cy="115997"/>
          </a:xfrm>
          <a:prstGeom prst="roundRect">
            <a:avLst>
              <a:gd name="adj" fmla="val 50000"/>
            </a:avLst>
          </a:prstGeom>
          <a:solidFill>
            <a:srgbClr val="E88D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A997ED20-E64B-8182-A30B-68B445B318F6}"/>
              </a:ext>
            </a:extLst>
          </p:cNvPr>
          <p:cNvSpPr/>
          <p:nvPr/>
        </p:nvSpPr>
        <p:spPr>
          <a:xfrm rot="1063575">
            <a:off x="7963949" y="102612"/>
            <a:ext cx="2797916" cy="1341622"/>
          </a:xfrm>
          <a:prstGeom prst="cloud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47A04C-FFD7-0C71-5938-D31332ACEA1F}"/>
              </a:ext>
            </a:extLst>
          </p:cNvPr>
          <p:cNvSpPr txBox="1"/>
          <p:nvPr/>
        </p:nvSpPr>
        <p:spPr>
          <a:xfrm>
            <a:off x="8260575" y="440679"/>
            <a:ext cx="2401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我的认识与理解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B7C651-BE71-D5E0-F5F1-EBE6DEAF6F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B970B97F-FA39-A302-AF67-E6A46A429CE4}"/>
              </a:ext>
            </a:extLst>
          </p:cNvPr>
          <p:cNvGrpSpPr/>
          <p:nvPr/>
        </p:nvGrpSpPr>
        <p:grpSpPr>
          <a:xfrm>
            <a:off x="679532" y="2521253"/>
            <a:ext cx="5286375" cy="1876425"/>
            <a:chOff x="666751" y="2924175"/>
            <a:chExt cx="5286375" cy="1876425"/>
          </a:xfrm>
        </p:grpSpPr>
        <p:pic>
          <p:nvPicPr>
            <p:cNvPr id="183" name="Google Shape;183;p18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6751" y="2924175"/>
              <a:ext cx="5286375" cy="187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8"/>
            <p:cNvSpPr txBox="1"/>
            <p:nvPr/>
          </p:nvSpPr>
          <p:spPr>
            <a:xfrm>
              <a:off x="1076325" y="3244334"/>
              <a:ext cx="46905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002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400" b="1" i="0" u="none" strike="noStrike" cap="none" noProof="0" dirty="0">
                  <a:solidFill>
                    <a:srgbClr val="4A5568"/>
                  </a:solidFill>
                  <a:latin typeface="Comfortaa"/>
                  <a:ea typeface="Comfortaa"/>
                  <a:cs typeface="Comfortaa"/>
                  <a:sym typeface="Comfortaa"/>
                </a:rPr>
                <a:t>价值观高度契合</a:t>
              </a:r>
              <a:endParaRPr lang="zh-CN" sz="2400" noProof="0" dirty="0"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1076325" y="3781425"/>
              <a:ext cx="4690586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 i="0" u="none" strike="noStrike" cap="none" noProof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深植“推己及人”的社训。我渴望为那些素不相识的同学带来一丁点温暖和快乐，在奉献中找寻自我。</a:t>
              </a:r>
              <a:endParaRPr lang="zh-CN" sz="1600" noProof="0"/>
            </a:p>
          </p:txBody>
        </p:sp>
        <p:pic>
          <p:nvPicPr>
            <p:cNvPr id="190" name="Google Shape;190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8707" y="3254693"/>
              <a:ext cx="441357" cy="3693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9AD915-731F-0587-080D-F730014671EF}"/>
              </a:ext>
            </a:extLst>
          </p:cNvPr>
          <p:cNvGrpSpPr/>
          <p:nvPr/>
        </p:nvGrpSpPr>
        <p:grpSpPr>
          <a:xfrm>
            <a:off x="6157863" y="2521252"/>
            <a:ext cx="5286375" cy="1876425"/>
            <a:chOff x="6238875" y="2924175"/>
            <a:chExt cx="5286375" cy="1876425"/>
          </a:xfrm>
        </p:grpSpPr>
        <p:pic>
          <p:nvPicPr>
            <p:cNvPr id="184" name="Google Shape;184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238875" y="2924175"/>
              <a:ext cx="5286375" cy="1876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8"/>
            <p:cNvSpPr txBox="1"/>
            <p:nvPr/>
          </p:nvSpPr>
          <p:spPr>
            <a:xfrm>
              <a:off x="6648450" y="3333750"/>
              <a:ext cx="46905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9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400" b="1" i="0" u="none" strike="noStrike" cap="none" noProof="0" dirty="0">
                  <a:solidFill>
                    <a:srgbClr val="4A5568"/>
                  </a:solidFill>
                  <a:latin typeface="Comfortaa"/>
                  <a:ea typeface="Comfortaa"/>
                  <a:cs typeface="Comfortaa"/>
                  <a:sym typeface="Comfortaa"/>
                </a:rPr>
                <a:t>勇于突破自我</a:t>
              </a:r>
              <a:endParaRPr lang="zh-CN" sz="2400" noProof="0" dirty="0"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6648450" y="3781425"/>
              <a:ext cx="4876799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 b="0" i="0" u="none" strike="noStrike" cap="none" noProof="0" dirty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部长的重担是磨砺也是平台。我不怕操心，期待在统筹全局中完善自我，在爱心事业中开拓成长路径。</a:t>
              </a:r>
              <a:endParaRPr lang="zh-CN" sz="1600" noProof="0" dirty="0"/>
            </a:p>
          </p:txBody>
        </p:sp>
        <p:pic>
          <p:nvPicPr>
            <p:cNvPr id="191" name="Google Shape;191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30262" y="3398676"/>
              <a:ext cx="324628" cy="3137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0C74802-037C-4112-390B-48AD610E9DAF}"/>
              </a:ext>
            </a:extLst>
          </p:cNvPr>
          <p:cNvGrpSpPr/>
          <p:nvPr/>
        </p:nvGrpSpPr>
        <p:grpSpPr>
          <a:xfrm>
            <a:off x="454478" y="373871"/>
            <a:ext cx="10801350" cy="843707"/>
            <a:chOff x="933450" y="529381"/>
            <a:chExt cx="10801350" cy="843707"/>
          </a:xfrm>
        </p:grpSpPr>
        <p:sp>
          <p:nvSpPr>
            <p:cNvPr id="3" name="Google Shape;184;p18">
              <a:extLst>
                <a:ext uri="{FF2B5EF4-FFF2-40B4-BE49-F238E27FC236}">
                  <a16:creationId xmlns:a16="http://schemas.microsoft.com/office/drawing/2014/main" id="{89EA9449-085D-E366-D58A-E36DA576B176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5;p18">
              <a:extLst>
                <a:ext uri="{FF2B5EF4-FFF2-40B4-BE49-F238E27FC236}">
                  <a16:creationId xmlns:a16="http://schemas.microsoft.com/office/drawing/2014/main" id="{F975240A-8D77-0B07-5FFD-42AC109907B9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900" b="1" i="0" u="none" strike="noStrike" cap="none" noProof="0" dirty="0">
                  <a:solidFill>
                    <a:srgbClr val="E88D6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ZCOOL KuaiLe"/>
                  <a:sym typeface="ZCOOL KuaiLe"/>
                </a:rPr>
                <a:t>为什么是我 / WHY ME</a:t>
              </a:r>
              <a:endParaRPr lang="zh-CN" noProof="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7" name="Google Shape;182;p18" descr="image.png">
            <a:extLst>
              <a:ext uri="{FF2B5EF4-FFF2-40B4-BE49-F238E27FC236}">
                <a16:creationId xmlns:a16="http://schemas.microsoft.com/office/drawing/2014/main" id="{E98AF0AF-5BA2-1774-51FC-DC194F01984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52998" y="3939905"/>
            <a:ext cx="4677090" cy="116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3;p18" descr="image.png">
            <a:extLst>
              <a:ext uri="{FF2B5EF4-FFF2-40B4-BE49-F238E27FC236}">
                <a16:creationId xmlns:a16="http://schemas.microsoft.com/office/drawing/2014/main" id="{4A5F4E17-A56D-6A75-0A0E-7009A593B98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55253" y="4006789"/>
            <a:ext cx="4378885" cy="11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50;p16" descr="image.png">
            <a:extLst>
              <a:ext uri="{FF2B5EF4-FFF2-40B4-BE49-F238E27FC236}">
                <a16:creationId xmlns:a16="http://schemas.microsoft.com/office/drawing/2014/main" id="{24C1B02F-4FE7-ABFF-30C5-597864C65B4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2759" y="4794365"/>
            <a:ext cx="1681164" cy="1666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6274F66-FC39-467F-74A9-C81F6774B6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5020" y="5569045"/>
            <a:ext cx="4114411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7578" y="2296313"/>
            <a:ext cx="3568765" cy="95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47FB7DB7-63C4-AFC1-9AFC-E4B35AB335B1}"/>
              </a:ext>
            </a:extLst>
          </p:cNvPr>
          <p:cNvGrpSpPr/>
          <p:nvPr/>
        </p:nvGrpSpPr>
        <p:grpSpPr>
          <a:xfrm>
            <a:off x="933450" y="529381"/>
            <a:ext cx="10801350" cy="843707"/>
            <a:chOff x="933450" y="529381"/>
            <a:chExt cx="10801350" cy="843707"/>
          </a:xfrm>
        </p:grpSpPr>
        <p:sp>
          <p:nvSpPr>
            <p:cNvPr id="184" name="Google Shape;184;p18"/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8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3900" b="1" i="0" u="none" strike="noStrike" kern="0" cap="none" spc="0" normalizeH="0" baseline="0" noProof="0" dirty="0">
                  <a:ln>
                    <a:noFill/>
                  </a:ln>
                  <a:solidFill>
                    <a:srgbClr val="E88D6A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ZCOOL KuaiLe"/>
                  <a:sym typeface="ZCOOL KuaiLe"/>
                </a:rPr>
                <a:t>我的优势</a:t>
              </a:r>
              <a:r>
                <a:rPr kumimoji="0" lang="en-US" altLang="zh-CN" sz="3900" b="1" i="0" u="none" strike="noStrike" kern="0" cap="none" spc="0" normalizeH="0" baseline="0" noProof="0" dirty="0">
                  <a:ln>
                    <a:noFill/>
                  </a:ln>
                  <a:solidFill>
                    <a:srgbClr val="E88D6A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ZCOOL KuaiLe"/>
                  <a:sym typeface="ZCOOL KuaiLe"/>
                </a:rPr>
                <a:t>/MY ADVANTAGES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sym typeface="Arial"/>
              </a:endParaRPr>
            </a:p>
          </p:txBody>
        </p:sp>
      </p:grpSp>
      <p:sp>
        <p:nvSpPr>
          <p:cNvPr id="186" name="Google Shape;186;p18"/>
          <p:cNvSpPr txBox="1"/>
          <p:nvPr/>
        </p:nvSpPr>
        <p:spPr>
          <a:xfrm>
            <a:off x="685026" y="3587953"/>
            <a:ext cx="292569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0" b="1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Quicksand"/>
                <a:ea typeface="Quicksand"/>
                <a:cs typeface="Quicksand"/>
                <a:sym typeface="Quicksand"/>
              </a:rPr>
              <a:t>100%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8321636" y="3966622"/>
            <a:ext cx="26107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8E7F7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价值观契合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B130E7A7-5A3B-4DF8-CC2A-55D376CF98F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471734755"/>
              </p:ext>
            </p:extLst>
          </p:nvPr>
        </p:nvGraphicFramePr>
        <p:xfrm>
          <a:off x="2384377" y="1526850"/>
          <a:ext cx="7242629" cy="4879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" name="Google Shape;182;p18" descr="image.png">
            <a:extLst>
              <a:ext uri="{FF2B5EF4-FFF2-40B4-BE49-F238E27FC236}">
                <a16:creationId xmlns:a16="http://schemas.microsoft.com/office/drawing/2014/main" id="{25D3870A-951C-F282-7604-06FB5A869A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570" y="5642944"/>
            <a:ext cx="4114411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3;p18" descr="image.png">
            <a:extLst>
              <a:ext uri="{FF2B5EF4-FFF2-40B4-BE49-F238E27FC236}">
                <a16:creationId xmlns:a16="http://schemas.microsoft.com/office/drawing/2014/main" id="{E89C28BD-2F63-E0D8-F281-DF0669CCB8AA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242" y="2518778"/>
            <a:ext cx="356876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形 6" descr="连接 纯色填充">
            <a:extLst>
              <a:ext uri="{FF2B5EF4-FFF2-40B4-BE49-F238E27FC236}">
                <a16:creationId xmlns:a16="http://schemas.microsoft.com/office/drawing/2014/main" id="{14336789-60D2-2A8D-0390-C1B705D12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29900" y="1631129"/>
            <a:ext cx="526099" cy="526099"/>
          </a:xfrm>
          <a:prstGeom prst="rect">
            <a:avLst/>
          </a:prstGeom>
        </p:spPr>
      </p:pic>
      <p:pic>
        <p:nvPicPr>
          <p:cNvPr id="9" name="图形 8" descr="客户评价 纯色填充">
            <a:extLst>
              <a:ext uri="{FF2B5EF4-FFF2-40B4-BE49-F238E27FC236}">
                <a16:creationId xmlns:a16="http://schemas.microsoft.com/office/drawing/2014/main" id="{F685DD40-05B3-08C6-1969-349352EDE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8722" y="4860511"/>
            <a:ext cx="524392" cy="524392"/>
          </a:xfrm>
          <a:prstGeom prst="rect">
            <a:avLst/>
          </a:prstGeom>
        </p:spPr>
      </p:pic>
      <p:pic>
        <p:nvPicPr>
          <p:cNvPr id="11" name="图形 10" descr="实心填充的笑嘻嘻表情 纯色填充">
            <a:extLst>
              <a:ext uri="{FF2B5EF4-FFF2-40B4-BE49-F238E27FC236}">
                <a16:creationId xmlns:a16="http://schemas.microsoft.com/office/drawing/2014/main" id="{8EBD9097-3A4C-8B5E-FF66-998D50BE2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57945" y="5507843"/>
            <a:ext cx="424734" cy="424734"/>
          </a:xfrm>
          <a:prstGeom prst="rect">
            <a:avLst/>
          </a:prstGeom>
        </p:spPr>
      </p:pic>
      <p:pic>
        <p:nvPicPr>
          <p:cNvPr id="13" name="图形 12" descr="灯泡 纯色填充">
            <a:extLst>
              <a:ext uri="{FF2B5EF4-FFF2-40B4-BE49-F238E27FC236}">
                <a16:creationId xmlns:a16="http://schemas.microsoft.com/office/drawing/2014/main" id="{A9B35154-3C3D-94A7-F902-53877CFC8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57944" y="1546337"/>
            <a:ext cx="506433" cy="5064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346181C-97AF-9C95-8500-20D331FA65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74D1-1772-D575-092E-8FEBCC58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977CDFFC-313B-3634-DCE1-F7728B29D46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46B7B66-C81C-4B46-3306-86B89108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642" y="-1"/>
            <a:ext cx="2089357" cy="24570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F010544-7E1F-2537-1416-64DCE66EFAAF}"/>
              </a:ext>
            </a:extLst>
          </p:cNvPr>
          <p:cNvSpPr txBox="1"/>
          <p:nvPr/>
        </p:nvSpPr>
        <p:spPr>
          <a:xfrm>
            <a:off x="4005942" y="1830966"/>
            <a:ext cx="491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800" dirty="0">
                <a:latin typeface="gagalin" panose="00000500000000000000" pitchFamily="50" charset="0"/>
                <a:ea typeface="Aa桃花扇" panose="02010600010101010101" pitchFamily="2" charset="-122"/>
              </a:rPr>
              <a:t>Part  3</a:t>
            </a:r>
            <a:endParaRPr lang="zh-CN" altLang="en-US" sz="10800" dirty="0">
              <a:latin typeface="gagalin" panose="00000500000000000000" pitchFamily="50" charset="0"/>
              <a:ea typeface="Aa桃花扇" panose="0201060001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0A24AB6-514F-3D24-BD8D-34FFC070671E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3781587" y="2283255"/>
              <a:ext cx="5090040" cy="1322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0A24AB6-514F-3D24-BD8D-34FFC070671E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587" y="2103255"/>
                <a:ext cx="5269680" cy="16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64643E3-4B15-D2CB-4353-348B6BEE3B1C}"/>
                  </a:ext>
                </a:extLst>
              </p14:cNvPr>
              <p14:cNvContentPartPr/>
              <p14:nvPr/>
            </p14:nvContentPartPr>
            <p14:xfrm>
              <a:off x="8857587" y="296689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64643E3-4B15-D2CB-4353-348B6BEE3B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7587" y="2786895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900FB61-AEB6-4345-9AC4-2CF86C9C030A}"/>
              </a:ext>
            </a:extLst>
          </p:cNvPr>
          <p:cNvSpPr txBox="1"/>
          <p:nvPr/>
        </p:nvSpPr>
        <p:spPr>
          <a:xfrm>
            <a:off x="4266322" y="3429000"/>
            <a:ext cx="412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工作总结</a:t>
            </a:r>
          </a:p>
        </p:txBody>
      </p:sp>
      <p:pic>
        <p:nvPicPr>
          <p:cNvPr id="8" name="Google Shape;150;p16" descr="image.png">
            <a:extLst>
              <a:ext uri="{FF2B5EF4-FFF2-40B4-BE49-F238E27FC236}">
                <a16:creationId xmlns:a16="http://schemas.microsoft.com/office/drawing/2014/main" id="{029B1BD3-2FE3-2528-77AC-739CC6293CA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9876" y="4391608"/>
            <a:ext cx="2026950" cy="202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16" descr="image.png">
            <a:extLst>
              <a:ext uri="{FF2B5EF4-FFF2-40B4-BE49-F238E27FC236}">
                <a16:creationId xmlns:a16="http://schemas.microsoft.com/office/drawing/2014/main" id="{836D5108-7B8D-1BD0-5AC1-9C69A696E712}"/>
              </a:ext>
            </a:extLst>
          </p:cNvPr>
          <p:cNvPicPr preferRelativeResize="0"/>
          <p:nvPr/>
        </p:nvPicPr>
        <p:blipFill rotWithShape="1">
          <a:blip r:embed="rId8">
            <a:alphaModFix amt="28000"/>
          </a:blip>
          <a:srcRect/>
          <a:stretch/>
        </p:blipFill>
        <p:spPr>
          <a:xfrm>
            <a:off x="-428879" y="2052368"/>
            <a:ext cx="5608816" cy="54001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77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8330" y="3486150"/>
            <a:ext cx="260598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1730" y="2149985"/>
            <a:ext cx="10858500" cy="76200"/>
          </a:xfrm>
          <a:prstGeom prst="roundRect">
            <a:avLst>
              <a:gd name="adj" fmla="val 50000"/>
            </a:avLst>
          </a:prstGeom>
          <a:solidFill>
            <a:srgbClr val="E8F6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45C0BE5-68AD-307B-8A3F-1FE3F0A4147F}"/>
              </a:ext>
            </a:extLst>
          </p:cNvPr>
          <p:cNvGrpSpPr/>
          <p:nvPr/>
        </p:nvGrpSpPr>
        <p:grpSpPr>
          <a:xfrm>
            <a:off x="-13491" y="1757451"/>
            <a:ext cx="2549756" cy="1345961"/>
            <a:chOff x="-13491" y="1757451"/>
            <a:chExt cx="2436241" cy="1345961"/>
          </a:xfrm>
        </p:grpSpPr>
        <p:sp>
          <p:nvSpPr>
            <p:cNvPr id="120" name="Google Shape;120;p15"/>
            <p:cNvSpPr/>
            <p:nvPr/>
          </p:nvSpPr>
          <p:spPr>
            <a:xfrm>
              <a:off x="1061755" y="1757451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57150" cap="flat" cmpd="sng">
              <a:solidFill>
                <a:srgbClr val="A2D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-13491" y="2364748"/>
              <a:ext cx="24362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A2D2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2025.9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dirty="0">
                  <a:solidFill>
                    <a:srgbClr val="A2D2FF"/>
                  </a:solidFill>
                  <a:latin typeface="Noto Sans SC"/>
                  <a:ea typeface="Noto Sans SC"/>
                  <a:sym typeface="Noto Sans SC"/>
                </a:rPr>
                <a:t>加入英仔，成为启明星干事</a:t>
              </a:r>
              <a:endParaRPr sz="16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2F4D412-2739-9704-4BFB-A8C65D1DA976}"/>
              </a:ext>
            </a:extLst>
          </p:cNvPr>
          <p:cNvGrpSpPr/>
          <p:nvPr/>
        </p:nvGrpSpPr>
        <p:grpSpPr>
          <a:xfrm>
            <a:off x="7556189" y="1716820"/>
            <a:ext cx="2436241" cy="1452408"/>
            <a:chOff x="7613913" y="1774115"/>
            <a:chExt cx="2436241" cy="1452408"/>
          </a:xfrm>
        </p:grpSpPr>
        <p:sp>
          <p:nvSpPr>
            <p:cNvPr id="122" name="Google Shape;122;p15"/>
            <p:cNvSpPr/>
            <p:nvPr/>
          </p:nvSpPr>
          <p:spPr>
            <a:xfrm>
              <a:off x="8644926" y="1774115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57150" cap="flat" cmpd="sng">
              <a:solidFill>
                <a:srgbClr val="A2D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7613913" y="2361208"/>
              <a:ext cx="243624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A2D2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2026.04</a:t>
              </a:r>
              <a:endParaRPr sz="1600" dirty="0"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7671918" y="2734080"/>
              <a:ext cx="2320230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 err="1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暖心护航活动策划</a:t>
              </a:r>
              <a:b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 dirty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cap="none" dirty="0" err="1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总结推送制作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✍️</a:t>
              </a:r>
              <a:endParaRPr sz="16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D793501-A84C-B851-2439-9C354E0374B5}"/>
              </a:ext>
            </a:extLst>
          </p:cNvPr>
          <p:cNvGrpSpPr/>
          <p:nvPr/>
        </p:nvGrpSpPr>
        <p:grpSpPr>
          <a:xfrm>
            <a:off x="392275" y="252412"/>
            <a:ext cx="10801350" cy="843707"/>
            <a:chOff x="933450" y="529381"/>
            <a:chExt cx="10801350" cy="843707"/>
          </a:xfrm>
        </p:grpSpPr>
        <p:sp>
          <p:nvSpPr>
            <p:cNvPr id="3" name="Google Shape;184;p18">
              <a:extLst>
                <a:ext uri="{FF2B5EF4-FFF2-40B4-BE49-F238E27FC236}">
                  <a16:creationId xmlns:a16="http://schemas.microsoft.com/office/drawing/2014/main" id="{4656BCBB-243C-6911-8964-2BBB1F767A02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5;p18">
              <a:extLst>
                <a:ext uri="{FF2B5EF4-FFF2-40B4-BE49-F238E27FC236}">
                  <a16:creationId xmlns:a16="http://schemas.microsoft.com/office/drawing/2014/main" id="{A5F41EF4-D150-A506-7A09-D3818F491C5C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3900" b="1" i="0" u="none" strike="noStrike" kern="0" cap="none" spc="0" normalizeH="0" baseline="0" noProof="0" dirty="0">
                  <a:ln>
                    <a:noFill/>
                  </a:ln>
                  <a:solidFill>
                    <a:srgbClr val="E88D6A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ZCOOL KuaiLe"/>
                  <a:sym typeface="ZCOOL KuaiLe"/>
                </a:rPr>
                <a:t>足迹：我的英仔日记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sym typeface="Arial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C50014A-EB39-770B-CA22-00006A29644D}"/>
              </a:ext>
            </a:extLst>
          </p:cNvPr>
          <p:cNvGrpSpPr/>
          <p:nvPr/>
        </p:nvGrpSpPr>
        <p:grpSpPr>
          <a:xfrm>
            <a:off x="3699547" y="1757451"/>
            <a:ext cx="2436241" cy="1090090"/>
            <a:chOff x="-13491" y="1757451"/>
            <a:chExt cx="2436241" cy="1090090"/>
          </a:xfrm>
        </p:grpSpPr>
        <p:sp>
          <p:nvSpPr>
            <p:cNvPr id="9" name="Google Shape;120;p15">
              <a:extLst>
                <a:ext uri="{FF2B5EF4-FFF2-40B4-BE49-F238E27FC236}">
                  <a16:creationId xmlns:a16="http://schemas.microsoft.com/office/drawing/2014/main" id="{F8EA91E4-1B40-158B-51DA-55E526A226D7}"/>
                </a:ext>
              </a:extLst>
            </p:cNvPr>
            <p:cNvSpPr/>
            <p:nvPr/>
          </p:nvSpPr>
          <p:spPr>
            <a:xfrm>
              <a:off x="1061755" y="1757451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57150" cap="flat" cmpd="sng">
              <a:solidFill>
                <a:srgbClr val="A2D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4;p15">
              <a:extLst>
                <a:ext uri="{FF2B5EF4-FFF2-40B4-BE49-F238E27FC236}">
                  <a16:creationId xmlns:a16="http://schemas.microsoft.com/office/drawing/2014/main" id="{FACB35F4-6F10-BC6B-AC27-579E3CEB8AC3}"/>
                </a:ext>
              </a:extLst>
            </p:cNvPr>
            <p:cNvSpPr txBox="1"/>
            <p:nvPr/>
          </p:nvSpPr>
          <p:spPr>
            <a:xfrm>
              <a:off x="-13491" y="2355098"/>
              <a:ext cx="2436241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A2D2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2025.</a:t>
              </a:r>
              <a:r>
                <a:rPr lang="en-US" sz="1600" b="1" dirty="0">
                  <a:solidFill>
                    <a:srgbClr val="A2D2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12</a:t>
              </a:r>
              <a:endParaRPr lang="en-US" sz="1600" b="1" i="0" u="none" strike="noStrike" cap="none" dirty="0">
                <a:solidFill>
                  <a:srgbClr val="A2D2FF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600" b="1" dirty="0">
                  <a:solidFill>
                    <a:srgbClr val="A2D2FF"/>
                  </a:solidFill>
                  <a:latin typeface="Noto Sans SC"/>
                  <a:ea typeface="Noto Sans SC"/>
                  <a:sym typeface="Noto Sans SC"/>
                </a:rPr>
                <a:t>15</a:t>
              </a:r>
              <a:r>
                <a:rPr lang="zh-CN" altLang="en-US" sz="1600" b="1" dirty="0">
                  <a:solidFill>
                    <a:srgbClr val="A2D2FF"/>
                  </a:solidFill>
                  <a:latin typeface="Noto Sans SC"/>
                  <a:ea typeface="Noto Sans SC"/>
                  <a:sym typeface="Noto Sans SC"/>
                </a:rPr>
                <a:t>周年社庆合唱</a:t>
              </a:r>
              <a:endParaRPr sz="1600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FDD054-DE50-4DE7-C5D1-B5A95B7F5D3E}"/>
              </a:ext>
            </a:extLst>
          </p:cNvPr>
          <p:cNvGrpSpPr/>
          <p:nvPr/>
        </p:nvGrpSpPr>
        <p:grpSpPr>
          <a:xfrm>
            <a:off x="1899785" y="1224377"/>
            <a:ext cx="2436241" cy="1423403"/>
            <a:chOff x="5318769" y="1195316"/>
            <a:chExt cx="2436241" cy="1423403"/>
          </a:xfrm>
        </p:grpSpPr>
        <p:sp>
          <p:nvSpPr>
            <p:cNvPr id="12" name="Google Shape;121;p15">
              <a:extLst>
                <a:ext uri="{FF2B5EF4-FFF2-40B4-BE49-F238E27FC236}">
                  <a16:creationId xmlns:a16="http://schemas.microsoft.com/office/drawing/2014/main" id="{44B4814A-0151-3A6C-C23C-EC72C6AB8DEC}"/>
                </a:ext>
              </a:extLst>
            </p:cNvPr>
            <p:cNvSpPr/>
            <p:nvPr/>
          </p:nvSpPr>
          <p:spPr>
            <a:xfrm>
              <a:off x="6394015" y="2332969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57150" cap="flat" cmpd="sng">
              <a:solidFill>
                <a:srgbClr val="FFAF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E56F20E-4B85-3206-322B-2BA25C463886}"/>
                </a:ext>
              </a:extLst>
            </p:cNvPr>
            <p:cNvGrpSpPr/>
            <p:nvPr/>
          </p:nvGrpSpPr>
          <p:grpSpPr>
            <a:xfrm>
              <a:off x="5318769" y="1195316"/>
              <a:ext cx="2436241" cy="839620"/>
              <a:chOff x="5318769" y="1195316"/>
              <a:chExt cx="2436241" cy="839620"/>
            </a:xfrm>
          </p:grpSpPr>
          <p:sp>
            <p:nvSpPr>
              <p:cNvPr id="14" name="Google Shape;126;p15">
                <a:extLst>
                  <a:ext uri="{FF2B5EF4-FFF2-40B4-BE49-F238E27FC236}">
                    <a16:creationId xmlns:a16="http://schemas.microsoft.com/office/drawing/2014/main" id="{11118F9F-30D1-BD81-F9AC-D75C6DBE911D}"/>
                  </a:ext>
                </a:extLst>
              </p:cNvPr>
              <p:cNvSpPr txBox="1"/>
              <p:nvPr/>
            </p:nvSpPr>
            <p:spPr>
              <a:xfrm>
                <a:off x="5318769" y="1819492"/>
                <a:ext cx="2436241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 i="0" u="none" strike="noStrike" cap="none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2025.11</a:t>
                </a:r>
                <a:endParaRPr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5" name="Google Shape;127;p15">
                <a:extLst>
                  <a:ext uri="{FF2B5EF4-FFF2-40B4-BE49-F238E27FC236}">
                    <a16:creationId xmlns:a16="http://schemas.microsoft.com/office/drawing/2014/main" id="{A0CE5F3B-0A90-FEE0-310F-FD990C20C923}"/>
                  </a:ext>
                </a:extLst>
              </p:cNvPr>
              <p:cNvSpPr txBox="1"/>
              <p:nvPr/>
            </p:nvSpPr>
            <p:spPr>
              <a:xfrm>
                <a:off x="5398924" y="1195316"/>
                <a:ext cx="2320230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Noto Sans SC"/>
                    <a:ea typeface="Noto Sans SC"/>
                    <a:sym typeface="Noto Sans SC"/>
                  </a:rPr>
                  <a:t>“守望者”系列</a:t>
                </a:r>
                <a:endParaRPr lang="en-US" altLang="zh-CN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Noto Sans SC"/>
                  <a:ea typeface="Noto Sans SC"/>
                  <a:sym typeface="Noto Sans SC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Noto Sans SC"/>
                    <a:ea typeface="Noto Sans SC"/>
                    <a:sym typeface="Noto Sans SC"/>
                  </a:rPr>
                  <a:t>金秋梧桐节摆摊</a:t>
                </a:r>
                <a:endParaRPr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7E170F1-C649-1DF7-7B5F-CDEAA11377CD}"/>
              </a:ext>
            </a:extLst>
          </p:cNvPr>
          <p:cNvGrpSpPr/>
          <p:nvPr/>
        </p:nvGrpSpPr>
        <p:grpSpPr>
          <a:xfrm>
            <a:off x="5845010" y="1155501"/>
            <a:ext cx="2436241" cy="1507558"/>
            <a:chOff x="4955268" y="1138108"/>
            <a:chExt cx="2436241" cy="150755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47C1DDB-B549-2A23-B306-FDBAA04ACC88}"/>
                </a:ext>
              </a:extLst>
            </p:cNvPr>
            <p:cNvGrpSpPr/>
            <p:nvPr/>
          </p:nvGrpSpPr>
          <p:grpSpPr>
            <a:xfrm>
              <a:off x="4955268" y="1902767"/>
              <a:ext cx="2436241" cy="742899"/>
              <a:chOff x="5332260" y="1875820"/>
              <a:chExt cx="2436241" cy="742899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6394015" y="2332969"/>
                <a:ext cx="285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57150" cap="flat" cmpd="sng">
                <a:solidFill>
                  <a:srgbClr val="FFAF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 txBox="1"/>
              <p:nvPr/>
            </p:nvSpPr>
            <p:spPr>
              <a:xfrm>
                <a:off x="5332260" y="1875820"/>
                <a:ext cx="243624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i="0" u="none" strike="noStrike" cap="none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2026.3</a:t>
                </a:r>
                <a:endParaRPr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6" name="Google Shape;129;p15">
              <a:extLst>
                <a:ext uri="{FF2B5EF4-FFF2-40B4-BE49-F238E27FC236}">
                  <a16:creationId xmlns:a16="http://schemas.microsoft.com/office/drawing/2014/main" id="{28128B98-7CD4-EEFB-0029-3987C00CEE28}"/>
                </a:ext>
              </a:extLst>
            </p:cNvPr>
            <p:cNvSpPr txBox="1"/>
            <p:nvPr/>
          </p:nvSpPr>
          <p:spPr>
            <a:xfrm>
              <a:off x="4955269" y="1138108"/>
              <a:ext cx="2436240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 err="1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轮值部长</a:t>
              </a:r>
              <a:br>
                <a:rPr lang="en-US"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 dirty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cap="none" dirty="0" err="1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主导珐琅樱韵活动</a:t>
              </a:r>
              <a:r>
                <a:rPr lang="en-US" sz="1600" b="0" i="0" u="none" strike="noStrike" cap="none" dirty="0">
                  <a:solidFill>
                    <a:srgbClr val="0000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🌸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/>
                <a:t>策划樱花节</a:t>
              </a:r>
              <a:endParaRPr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993379A-F107-7468-A1E1-59CFCEC60F9C}"/>
              </a:ext>
            </a:extLst>
          </p:cNvPr>
          <p:cNvGrpSpPr/>
          <p:nvPr/>
        </p:nvGrpSpPr>
        <p:grpSpPr>
          <a:xfrm>
            <a:off x="9307842" y="1527538"/>
            <a:ext cx="2449534" cy="1106500"/>
            <a:chOff x="4941777" y="1539166"/>
            <a:chExt cx="2449534" cy="11065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89B2177-3E6D-3B3B-6DCE-CD75F285D99F}"/>
                </a:ext>
              </a:extLst>
            </p:cNvPr>
            <p:cNvGrpSpPr/>
            <p:nvPr/>
          </p:nvGrpSpPr>
          <p:grpSpPr>
            <a:xfrm>
              <a:off x="4941777" y="1846439"/>
              <a:ext cx="2436241" cy="799227"/>
              <a:chOff x="5318769" y="1819492"/>
              <a:chExt cx="2436241" cy="799227"/>
            </a:xfrm>
          </p:grpSpPr>
          <p:sp>
            <p:nvSpPr>
              <p:cNvPr id="22" name="Google Shape;121;p15">
                <a:extLst>
                  <a:ext uri="{FF2B5EF4-FFF2-40B4-BE49-F238E27FC236}">
                    <a16:creationId xmlns:a16="http://schemas.microsoft.com/office/drawing/2014/main" id="{A9C49949-293B-0F75-5668-428273F04CE1}"/>
                  </a:ext>
                </a:extLst>
              </p:cNvPr>
              <p:cNvSpPr/>
              <p:nvPr/>
            </p:nvSpPr>
            <p:spPr>
              <a:xfrm>
                <a:off x="6394015" y="2332969"/>
                <a:ext cx="285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57150" cap="flat" cmpd="sng">
                <a:solidFill>
                  <a:srgbClr val="FFAF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26;p15">
                <a:extLst>
                  <a:ext uri="{FF2B5EF4-FFF2-40B4-BE49-F238E27FC236}">
                    <a16:creationId xmlns:a16="http://schemas.microsoft.com/office/drawing/2014/main" id="{E5B3052B-C58C-F3BE-7194-293E9E44A9FC}"/>
                  </a:ext>
                </a:extLst>
              </p:cNvPr>
              <p:cNvSpPr txBox="1"/>
              <p:nvPr/>
            </p:nvSpPr>
            <p:spPr>
              <a:xfrm>
                <a:off x="5318769" y="1819492"/>
                <a:ext cx="243624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i="0" u="none" strike="noStrike" cap="none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2026.5</a:t>
                </a:r>
                <a:endParaRPr sz="1600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Google Shape;129;p15">
              <a:extLst>
                <a:ext uri="{FF2B5EF4-FFF2-40B4-BE49-F238E27FC236}">
                  <a16:creationId xmlns:a16="http://schemas.microsoft.com/office/drawing/2014/main" id="{82E7040F-26C7-7A5D-2ABF-39DFBB1D0C16}"/>
                </a:ext>
              </a:extLst>
            </p:cNvPr>
            <p:cNvSpPr txBox="1"/>
            <p:nvPr/>
          </p:nvSpPr>
          <p:spPr>
            <a:xfrm>
              <a:off x="4955071" y="1539166"/>
              <a:ext cx="243624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dirty="0">
                  <a:latin typeface="Noto Sans SC"/>
                  <a:ea typeface="Noto Sans SC"/>
                  <a:sym typeface="Noto Sans SC"/>
                </a:rPr>
                <a:t>获得英仔“优秀干事”</a:t>
              </a:r>
              <a:endParaRPr sz="1600" dirty="0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7733E713-7C13-86C6-0E96-D5126CDBA0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963" r="-267"/>
          <a:stretch>
            <a:fillRect/>
          </a:stretch>
        </p:blipFill>
        <p:spPr>
          <a:xfrm>
            <a:off x="6120886" y="3392922"/>
            <a:ext cx="5868676" cy="196606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C359306-601A-4030-B8D8-B605E38ED9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5147" r="-1247"/>
          <a:stretch>
            <a:fillRect/>
          </a:stretch>
        </p:blipFill>
        <p:spPr>
          <a:xfrm>
            <a:off x="202438" y="3169228"/>
            <a:ext cx="5262754" cy="265518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65D7B4DB-37D9-EB03-A46B-7D8007109C6E}"/>
              </a:ext>
            </a:extLst>
          </p:cNvPr>
          <p:cNvSpPr txBox="1"/>
          <p:nvPr/>
        </p:nvSpPr>
        <p:spPr>
          <a:xfrm>
            <a:off x="1504293" y="5960308"/>
            <a:ext cx="2941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A2D2FF"/>
                </a:solidFill>
                <a:latin typeface="Noto Sans SC"/>
                <a:ea typeface="Noto Sans SC"/>
                <a:sym typeface="Noto Sans SC"/>
              </a:rPr>
              <a:t>初入启明星</a:t>
            </a:r>
            <a:r>
              <a:rPr lang="en-US" altLang="zh-CN" sz="1600" b="1" dirty="0">
                <a:solidFill>
                  <a:srgbClr val="A2D2FF"/>
                </a:solidFill>
                <a:latin typeface="Noto Sans SC"/>
                <a:ea typeface="Noto Sans SC"/>
                <a:sym typeface="Noto Sans SC"/>
              </a:rPr>
              <a:t>——</a:t>
            </a:r>
            <a:r>
              <a:rPr lang="zh-CN" altLang="en-US" sz="1600" b="1" dirty="0">
                <a:solidFill>
                  <a:srgbClr val="A2D2FF"/>
                </a:solidFill>
                <a:latin typeface="Noto Sans SC"/>
                <a:ea typeface="Noto Sans SC"/>
                <a:sym typeface="Noto Sans SC"/>
              </a:rPr>
              <a:t>破冰大会</a:t>
            </a:r>
            <a:endParaRPr lang="zh-CN" altLang="en-US" sz="16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EBFBAEA-449D-28E4-A63E-C1508EE01E58}"/>
              </a:ext>
            </a:extLst>
          </p:cNvPr>
          <p:cNvSpPr txBox="1"/>
          <p:nvPr/>
        </p:nvSpPr>
        <p:spPr>
          <a:xfrm>
            <a:off x="7837104" y="5565811"/>
            <a:ext cx="2941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A2D2FF"/>
                </a:solidFill>
                <a:latin typeface="Noto Sans SC"/>
                <a:ea typeface="Noto Sans SC"/>
                <a:sym typeface="Noto Sans SC"/>
              </a:rPr>
              <a:t>十五周年社庆合唱表演</a:t>
            </a:r>
            <a:endParaRPr lang="zh-CN" altLang="en-US" sz="1600" dirty="0"/>
          </a:p>
        </p:txBody>
      </p:sp>
      <p:pic>
        <p:nvPicPr>
          <p:cNvPr id="43" name="Google Shape;150;p16" descr="image.png">
            <a:extLst>
              <a:ext uri="{FF2B5EF4-FFF2-40B4-BE49-F238E27FC236}">
                <a16:creationId xmlns:a16="http://schemas.microsoft.com/office/drawing/2014/main" id="{C507C3CE-B481-0D6C-0FCA-B6D106374459}"/>
              </a:ext>
            </a:extLst>
          </p:cNvPr>
          <p:cNvPicPr preferRelativeResize="0"/>
          <p:nvPr/>
        </p:nvPicPr>
        <p:blipFill rotWithShape="1">
          <a:blip r:embed="rId7">
            <a:alphaModFix amt="35000"/>
          </a:blip>
          <a:srcRect/>
          <a:stretch/>
        </p:blipFill>
        <p:spPr>
          <a:xfrm>
            <a:off x="5251907" y="4817290"/>
            <a:ext cx="2081578" cy="205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81E31E14-5882-CA42-03E8-F3075E6B70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8D88E945-C975-0B22-6924-4E9623E8B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 descr="image.png">
            <a:extLst>
              <a:ext uri="{FF2B5EF4-FFF2-40B4-BE49-F238E27FC236}">
                <a16:creationId xmlns:a16="http://schemas.microsoft.com/office/drawing/2014/main" id="{BA5ECBBF-25D9-74E1-0D1D-7D3667649CD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>
            <a:extLst>
              <a:ext uri="{FF2B5EF4-FFF2-40B4-BE49-F238E27FC236}">
                <a16:creationId xmlns:a16="http://schemas.microsoft.com/office/drawing/2014/main" id="{4B78FF2C-3290-D1E6-7929-C432D6C06BB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7ABDB0C5-DBE2-08DD-8E54-903FD9DFFA85}"/>
              </a:ext>
            </a:extLst>
          </p:cNvPr>
          <p:cNvSpPr txBox="1"/>
          <p:nvPr/>
        </p:nvSpPr>
        <p:spPr>
          <a:xfrm>
            <a:off x="11336032" y="5719807"/>
            <a:ext cx="4143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EA8A"/>
                </a:solidFill>
                <a:latin typeface="Noto Sans SC"/>
                <a:ea typeface="Noto Sans SC"/>
                <a:cs typeface="Noto Sans SC"/>
                <a:sym typeface="Noto Sans SC"/>
              </a:rPr>
              <a:t> ⭐</a:t>
            </a:r>
            <a:endParaRPr dirty="0"/>
          </a:p>
        </p:txBody>
      </p:sp>
      <p:sp>
        <p:nvSpPr>
          <p:cNvPr id="11" name="Google Shape;185;p18">
            <a:extLst>
              <a:ext uri="{FF2B5EF4-FFF2-40B4-BE49-F238E27FC236}">
                <a16:creationId xmlns:a16="http://schemas.microsoft.com/office/drawing/2014/main" id="{CFAA4A33-F7B0-9B3C-A1FF-CD8AE37CD072}"/>
              </a:ext>
            </a:extLst>
          </p:cNvPr>
          <p:cNvSpPr txBox="1"/>
          <p:nvPr/>
        </p:nvSpPr>
        <p:spPr>
          <a:xfrm>
            <a:off x="1774203" y="501956"/>
            <a:ext cx="21489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cs typeface="ZCOOL KuaiLe"/>
                <a:sym typeface="ZCOOL KuaiLe"/>
              </a:rPr>
              <a:t>梧桐节</a:t>
            </a:r>
            <a:endParaRPr kumimoji="0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23" name="Google Shape;150;p16" descr="image.png">
            <a:extLst>
              <a:ext uri="{FF2B5EF4-FFF2-40B4-BE49-F238E27FC236}">
                <a16:creationId xmlns:a16="http://schemas.microsoft.com/office/drawing/2014/main" id="{73E60BA4-843E-DFE7-AB55-4A26FD9E4F1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 amt="28000"/>
          </a:blip>
          <a:srcRect/>
          <a:stretch/>
        </p:blipFill>
        <p:spPr>
          <a:xfrm>
            <a:off x="6037332" y="1370249"/>
            <a:ext cx="6888330" cy="649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50;p16" descr="image.png">
            <a:extLst>
              <a:ext uri="{FF2B5EF4-FFF2-40B4-BE49-F238E27FC236}">
                <a16:creationId xmlns:a16="http://schemas.microsoft.com/office/drawing/2014/main" id="{97F31B7A-215C-DD97-683A-3FC209739F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6677" y="203771"/>
            <a:ext cx="1134105" cy="10803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" name="图示 23">
            <a:extLst>
              <a:ext uri="{FF2B5EF4-FFF2-40B4-BE49-F238E27FC236}">
                <a16:creationId xmlns:a16="http://schemas.microsoft.com/office/drawing/2014/main" id="{1C8F5230-0DDB-CC1D-83F1-A7C26EF727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1745392"/>
              </p:ext>
            </p:extLst>
          </p:nvPr>
        </p:nvGraphicFramePr>
        <p:xfrm>
          <a:off x="-79191" y="51078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6" name="Google Shape;185;p18">
            <a:extLst>
              <a:ext uri="{FF2B5EF4-FFF2-40B4-BE49-F238E27FC236}">
                <a16:creationId xmlns:a16="http://schemas.microsoft.com/office/drawing/2014/main" id="{F5B4EFED-CA42-8BAA-9E4C-4F71BF07AC66}"/>
              </a:ext>
            </a:extLst>
          </p:cNvPr>
          <p:cNvSpPr txBox="1"/>
          <p:nvPr/>
        </p:nvSpPr>
        <p:spPr>
          <a:xfrm>
            <a:off x="8128000" y="914748"/>
            <a:ext cx="214895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4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参与梧桐节摆摊</a:t>
            </a:r>
            <a:endParaRPr lang="en-US" altLang="zh-CN" sz="2400" dirty="0">
              <a:solidFill>
                <a:srgbClr val="E88D6A"/>
              </a:solidFill>
              <a:latin typeface="山海风华隶 W" panose="00020600040101010101" pitchFamily="18" charset="-122"/>
              <a:ea typeface="山海风华隶 W" panose="00020600040101010101" pitchFamily="18" charset="-122"/>
              <a:sym typeface="ZCOOL KuaiL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制作总结推送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399BED6-C061-ABA4-7ACD-36C2FD2B40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9406" y="1757966"/>
            <a:ext cx="2600136" cy="428772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65637FC-E084-4749-AA92-D1D68B58C3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sp>
        <p:nvSpPr>
          <p:cNvPr id="2" name="Google Shape;185;p18">
            <a:extLst>
              <a:ext uri="{FF2B5EF4-FFF2-40B4-BE49-F238E27FC236}">
                <a16:creationId xmlns:a16="http://schemas.microsoft.com/office/drawing/2014/main" id="{E52456EA-EE93-BAD3-59C8-24EB1F83135E}"/>
              </a:ext>
            </a:extLst>
          </p:cNvPr>
          <p:cNvSpPr txBox="1"/>
          <p:nvPr/>
        </p:nvSpPr>
        <p:spPr>
          <a:xfrm>
            <a:off x="1220236" y="5719807"/>
            <a:ext cx="244980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4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创意共同作画吸引大量参与者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1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68E743FA-BE01-2518-6C9A-85ECC830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 descr="image.png">
            <a:extLst>
              <a:ext uri="{FF2B5EF4-FFF2-40B4-BE49-F238E27FC236}">
                <a16:creationId xmlns:a16="http://schemas.microsoft.com/office/drawing/2014/main" id="{CE0F42DB-EDC9-CC5F-C976-0D7D1428D6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>
            <a:extLst>
              <a:ext uri="{FF2B5EF4-FFF2-40B4-BE49-F238E27FC236}">
                <a16:creationId xmlns:a16="http://schemas.microsoft.com/office/drawing/2014/main" id="{14DA481E-A0F3-700A-CC06-8F16AECC39C1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969619CF-8A81-2E52-9A2E-D88C9C6F0A01}"/>
              </a:ext>
            </a:extLst>
          </p:cNvPr>
          <p:cNvSpPr txBox="1"/>
          <p:nvPr/>
        </p:nvSpPr>
        <p:spPr>
          <a:xfrm>
            <a:off x="10953750" y="6238875"/>
            <a:ext cx="952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EA8A"/>
                </a:solidFill>
                <a:latin typeface="Noto Sans SC"/>
                <a:ea typeface="Noto Sans SC"/>
                <a:cs typeface="Noto Sans SC"/>
                <a:sym typeface="Noto Sans SC"/>
              </a:rPr>
              <a:t> ⭐</a:t>
            </a:r>
            <a:endParaRPr dirty="0"/>
          </a:p>
        </p:txBody>
      </p:sp>
      <p:pic>
        <p:nvPicPr>
          <p:cNvPr id="15" name="Google Shape;150;p16" descr="image.png">
            <a:extLst>
              <a:ext uri="{FF2B5EF4-FFF2-40B4-BE49-F238E27FC236}">
                <a16:creationId xmlns:a16="http://schemas.microsoft.com/office/drawing/2014/main" id="{9862A38E-C111-BDC4-1D8B-987BB8B69F7F}"/>
              </a:ext>
            </a:extLst>
          </p:cNvPr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64442" y="1299016"/>
            <a:ext cx="7301182" cy="6754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54F48F-1D42-42B7-3043-DAB2F55B8C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87" r="167" b="13169"/>
          <a:stretch>
            <a:fillRect/>
          </a:stretch>
        </p:blipFill>
        <p:spPr>
          <a:xfrm>
            <a:off x="375978" y="729497"/>
            <a:ext cx="4028233" cy="28687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68A98F6-D4CC-94E8-77B2-5802F2A212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-1125" b="31302"/>
          <a:stretch>
            <a:fillRect/>
          </a:stretch>
        </p:blipFill>
        <p:spPr>
          <a:xfrm>
            <a:off x="8519966" y="784332"/>
            <a:ext cx="3312113" cy="30012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48D3447-5153-3E23-DD91-5DCAD347D1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215" t="5617" r="15386" b="22834"/>
          <a:stretch>
            <a:fillRect/>
          </a:stretch>
        </p:blipFill>
        <p:spPr>
          <a:xfrm>
            <a:off x="6248645" y="3015640"/>
            <a:ext cx="2857029" cy="3664162"/>
          </a:xfrm>
          <a:prstGeom prst="rect">
            <a:avLst/>
          </a:prstGeom>
        </p:spPr>
      </p:pic>
      <p:sp>
        <p:nvSpPr>
          <p:cNvPr id="12" name="Google Shape;185;p18">
            <a:extLst>
              <a:ext uri="{FF2B5EF4-FFF2-40B4-BE49-F238E27FC236}">
                <a16:creationId xmlns:a16="http://schemas.microsoft.com/office/drawing/2014/main" id="{C8C0B23E-655E-62A5-CCEC-B004FEB5C303}"/>
              </a:ext>
            </a:extLst>
          </p:cNvPr>
          <p:cNvSpPr txBox="1"/>
          <p:nvPr/>
        </p:nvSpPr>
        <p:spPr>
          <a:xfrm>
            <a:off x="5038531" y="97531"/>
            <a:ext cx="249051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40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守望者系列</a:t>
            </a:r>
            <a:endParaRPr kumimoji="0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14" name="Google Shape;246;p21" descr="image.png">
            <a:extLst>
              <a:ext uri="{FF2B5EF4-FFF2-40B4-BE49-F238E27FC236}">
                <a16:creationId xmlns:a16="http://schemas.microsoft.com/office/drawing/2014/main" id="{8313C435-807F-23E0-3EBE-A3C4CFDC23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60719" y="652479"/>
            <a:ext cx="1269618" cy="12611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5;p18">
            <a:extLst>
              <a:ext uri="{FF2B5EF4-FFF2-40B4-BE49-F238E27FC236}">
                <a16:creationId xmlns:a16="http://schemas.microsoft.com/office/drawing/2014/main" id="{F13AE07F-7720-0E95-C768-603EB8999243}"/>
              </a:ext>
            </a:extLst>
          </p:cNvPr>
          <p:cNvSpPr txBox="1"/>
          <p:nvPr/>
        </p:nvSpPr>
        <p:spPr>
          <a:xfrm>
            <a:off x="9149041" y="5302612"/>
            <a:ext cx="2683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“百卅交大，予你温柔”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sp>
        <p:nvSpPr>
          <p:cNvPr id="4" name="Google Shape;185;p18">
            <a:extLst>
              <a:ext uri="{FF2B5EF4-FFF2-40B4-BE49-F238E27FC236}">
                <a16:creationId xmlns:a16="http://schemas.microsoft.com/office/drawing/2014/main" id="{0BB1C021-6BA3-3E4D-0372-B66F06E09AED}"/>
              </a:ext>
            </a:extLst>
          </p:cNvPr>
          <p:cNvSpPr txBox="1"/>
          <p:nvPr/>
        </p:nvSpPr>
        <p:spPr>
          <a:xfrm>
            <a:off x="8275513" y="343752"/>
            <a:ext cx="29524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4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“心声倾诉，暖心护航”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sp>
        <p:nvSpPr>
          <p:cNvPr id="5" name="Google Shape;185;p18">
            <a:extLst>
              <a:ext uri="{FF2B5EF4-FFF2-40B4-BE49-F238E27FC236}">
                <a16:creationId xmlns:a16="http://schemas.microsoft.com/office/drawing/2014/main" id="{C29D3789-9B6A-05E8-35F1-3243600E2BD0}"/>
              </a:ext>
            </a:extLst>
          </p:cNvPr>
          <p:cNvSpPr txBox="1"/>
          <p:nvPr/>
        </p:nvSpPr>
        <p:spPr>
          <a:xfrm>
            <a:off x="1015182" y="283147"/>
            <a:ext cx="2781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“粮安守护，共筑未来”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sp>
        <p:nvSpPr>
          <p:cNvPr id="6" name="Google Shape;185;p18">
            <a:extLst>
              <a:ext uri="{FF2B5EF4-FFF2-40B4-BE49-F238E27FC236}">
                <a16:creationId xmlns:a16="http://schemas.microsoft.com/office/drawing/2014/main" id="{229EA1D2-A23A-39DD-720B-2AB1C262F7A2}"/>
              </a:ext>
            </a:extLst>
          </p:cNvPr>
          <p:cNvSpPr txBox="1"/>
          <p:nvPr/>
        </p:nvSpPr>
        <p:spPr>
          <a:xfrm>
            <a:off x="5378508" y="1787996"/>
            <a:ext cx="278153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4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参加摆摊，</a:t>
            </a:r>
            <a:endParaRPr lang="en-US" altLang="zh-CN" sz="2400" dirty="0">
              <a:solidFill>
                <a:srgbClr val="E88D6A"/>
              </a:solidFill>
              <a:latin typeface="山海风华隶 W" panose="00020600040101010101" pitchFamily="18" charset="-122"/>
              <a:ea typeface="山海风华隶 W" panose="00020600040101010101" pitchFamily="18" charset="-122"/>
              <a:sym typeface="ZCOOL KuaiL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400" dirty="0">
                <a:solidFill>
                  <a:srgbClr val="E88D6A"/>
                </a:solidFill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制作总结推送</a:t>
            </a:r>
            <a:endParaRPr kumimoji="0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660EAB-E66E-05D6-24E3-89404C66F2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210" y="3822365"/>
            <a:ext cx="1839328" cy="281584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EA1DEF2-A33A-B10D-B86A-81B0FE8B40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9726" y="3793748"/>
            <a:ext cx="1662469" cy="274407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655BCC2-5810-27E6-FE72-6CD6C2B1BD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50" y="3793748"/>
            <a:ext cx="1711747" cy="28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7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02E3162E-59D4-4639-628D-F9E944D7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4;p13" descr="image.png">
            <a:extLst>
              <a:ext uri="{FF2B5EF4-FFF2-40B4-BE49-F238E27FC236}">
                <a16:creationId xmlns:a16="http://schemas.microsoft.com/office/drawing/2014/main" id="{2001CA62-26D9-2AB8-778F-E4A88F088F4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>
            <a:extLst>
              <a:ext uri="{FF2B5EF4-FFF2-40B4-BE49-F238E27FC236}">
                <a16:creationId xmlns:a16="http://schemas.microsoft.com/office/drawing/2014/main" id="{16D80AF1-7514-4F05-5524-8DFB0268F4C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BC4A3F60-E0A6-39A0-017F-C9B0ED1768BE}"/>
              </a:ext>
            </a:extLst>
          </p:cNvPr>
          <p:cNvSpPr txBox="1"/>
          <p:nvPr/>
        </p:nvSpPr>
        <p:spPr>
          <a:xfrm>
            <a:off x="11336032" y="5719807"/>
            <a:ext cx="4143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EA8A"/>
                </a:solidFill>
                <a:latin typeface="Noto Sans SC"/>
                <a:ea typeface="Noto Sans SC"/>
                <a:cs typeface="Noto Sans SC"/>
                <a:sym typeface="Noto Sans SC"/>
              </a:rPr>
              <a:t> ⭐</a:t>
            </a:r>
            <a:endParaRPr dirty="0"/>
          </a:p>
        </p:txBody>
      </p:sp>
      <p:sp>
        <p:nvSpPr>
          <p:cNvPr id="12" name="Google Shape;185;p18">
            <a:extLst>
              <a:ext uri="{FF2B5EF4-FFF2-40B4-BE49-F238E27FC236}">
                <a16:creationId xmlns:a16="http://schemas.microsoft.com/office/drawing/2014/main" id="{EBA9DD25-0A1C-2D6D-CAFC-2B6CC4245683}"/>
              </a:ext>
            </a:extLst>
          </p:cNvPr>
          <p:cNvSpPr txBox="1"/>
          <p:nvPr/>
        </p:nvSpPr>
        <p:spPr>
          <a:xfrm>
            <a:off x="2174383" y="109942"/>
            <a:ext cx="214895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48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cs typeface="ZCOOL KuaiLe"/>
                <a:sym typeface="ZCOOL KuaiLe"/>
              </a:rPr>
              <a:t>樱花节</a:t>
            </a:r>
            <a:endParaRPr kumimoji="0" sz="4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23" name="Google Shape;150;p16" descr="image.png">
            <a:extLst>
              <a:ext uri="{FF2B5EF4-FFF2-40B4-BE49-F238E27FC236}">
                <a16:creationId xmlns:a16="http://schemas.microsoft.com/office/drawing/2014/main" id="{6BE2736F-422F-8583-E056-FFF86110799B}"/>
              </a:ext>
            </a:extLst>
          </p:cNvPr>
          <p:cNvPicPr preferRelativeResize="0"/>
          <p:nvPr/>
        </p:nvPicPr>
        <p:blipFill rotWithShape="1">
          <a:blip r:embed="rId5">
            <a:alphaModFix amt="28000"/>
          </a:blip>
          <a:srcRect/>
          <a:stretch/>
        </p:blipFill>
        <p:spPr>
          <a:xfrm>
            <a:off x="-255037" y="2177143"/>
            <a:ext cx="5608816" cy="540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50;p16" descr="image.png">
            <a:extLst>
              <a:ext uri="{FF2B5EF4-FFF2-40B4-BE49-F238E27FC236}">
                <a16:creationId xmlns:a16="http://schemas.microsoft.com/office/drawing/2014/main" id="{07FF40FE-CF99-E784-A8AC-2DB56A966C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08816" y="5528466"/>
            <a:ext cx="1134105" cy="10803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6999B772-25BD-0FBA-45D2-18FD32313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31987"/>
              </p:ext>
            </p:extLst>
          </p:nvPr>
        </p:nvGraphicFramePr>
        <p:xfrm>
          <a:off x="122735" y="249225"/>
          <a:ext cx="8322615" cy="6129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8642BED-34AF-29ED-ADA9-7466458DA0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pic>
        <p:nvPicPr>
          <p:cNvPr id="25" name="Google Shape;182;p18" descr="image.png">
            <a:extLst>
              <a:ext uri="{FF2B5EF4-FFF2-40B4-BE49-F238E27FC236}">
                <a16:creationId xmlns:a16="http://schemas.microsoft.com/office/drawing/2014/main" id="{C9F00A9A-03EC-34B4-BC0C-6B94037849E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18256" y="5189639"/>
            <a:ext cx="2458258" cy="8304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585D046B-53F6-FD84-A890-034B4BE240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220016"/>
              </p:ext>
            </p:extLst>
          </p:nvPr>
        </p:nvGraphicFramePr>
        <p:xfrm>
          <a:off x="6230775" y="2156581"/>
          <a:ext cx="5961224" cy="4701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" name="Google Shape;185;p18">
            <a:extLst>
              <a:ext uri="{FF2B5EF4-FFF2-40B4-BE49-F238E27FC236}">
                <a16:creationId xmlns:a16="http://schemas.microsoft.com/office/drawing/2014/main" id="{5D822919-D4E6-1115-9291-2CEC6808E7BD}"/>
              </a:ext>
            </a:extLst>
          </p:cNvPr>
          <p:cNvSpPr txBox="1"/>
          <p:nvPr/>
        </p:nvSpPr>
        <p:spPr>
          <a:xfrm>
            <a:off x="8546014" y="1964801"/>
            <a:ext cx="21489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珐琅樱韵</a:t>
            </a:r>
            <a:endParaRPr kumimoji="0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E4E408-BA46-EBF3-122F-C41C51CCC01C}"/>
              </a:ext>
            </a:extLst>
          </p:cNvPr>
          <p:cNvGrpSpPr/>
          <p:nvPr/>
        </p:nvGrpSpPr>
        <p:grpSpPr>
          <a:xfrm>
            <a:off x="6497722" y="429307"/>
            <a:ext cx="3213308" cy="1163632"/>
            <a:chOff x="6238875" y="2924175"/>
            <a:chExt cx="5286375" cy="1876425"/>
          </a:xfrm>
        </p:grpSpPr>
        <p:pic>
          <p:nvPicPr>
            <p:cNvPr id="15" name="Google Shape;184;p18" descr="image.png">
              <a:extLst>
                <a:ext uri="{FF2B5EF4-FFF2-40B4-BE49-F238E27FC236}">
                  <a16:creationId xmlns:a16="http://schemas.microsoft.com/office/drawing/2014/main" id="{AABBC40F-58F6-B65D-50CD-88846C2A779B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6238875" y="2924175"/>
              <a:ext cx="5286375" cy="187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91;p18" descr="image.png">
              <a:extLst>
                <a:ext uri="{FF2B5EF4-FFF2-40B4-BE49-F238E27FC236}">
                  <a16:creationId xmlns:a16="http://schemas.microsoft.com/office/drawing/2014/main" id="{354E87EB-747A-4731-CD3A-047039A676F4}"/>
                </a:ext>
              </a:extLst>
            </p:cNvPr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6530262" y="3398676"/>
              <a:ext cx="324628" cy="3137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Google Shape;185;p18">
            <a:extLst>
              <a:ext uri="{FF2B5EF4-FFF2-40B4-BE49-F238E27FC236}">
                <a16:creationId xmlns:a16="http://schemas.microsoft.com/office/drawing/2014/main" id="{D63DB697-8385-406D-AAD3-166DF86F748D}"/>
              </a:ext>
            </a:extLst>
          </p:cNvPr>
          <p:cNvSpPr txBox="1"/>
          <p:nvPr/>
        </p:nvSpPr>
        <p:spPr>
          <a:xfrm>
            <a:off x="6991426" y="551944"/>
            <a:ext cx="262532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担任轮值部长后承担策划的活动</a:t>
            </a:r>
            <a:endParaRPr kumimoji="0" sz="2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pic>
        <p:nvPicPr>
          <p:cNvPr id="24" name="Google Shape;182;p18" descr="image.png">
            <a:extLst>
              <a:ext uri="{FF2B5EF4-FFF2-40B4-BE49-F238E27FC236}">
                <a16:creationId xmlns:a16="http://schemas.microsoft.com/office/drawing/2014/main" id="{D7F1CF31-5810-733B-2205-D17F85CCC7A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75518" y="848606"/>
            <a:ext cx="3054436" cy="93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82;p18" descr="image.png">
            <a:extLst>
              <a:ext uri="{FF2B5EF4-FFF2-40B4-BE49-F238E27FC236}">
                <a16:creationId xmlns:a16="http://schemas.microsoft.com/office/drawing/2014/main" id="{847A4733-CD67-B88C-BF19-3EC32D0409F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4080" y="2996354"/>
            <a:ext cx="2276694" cy="68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82;p18" descr="image.png">
            <a:extLst>
              <a:ext uri="{FF2B5EF4-FFF2-40B4-BE49-F238E27FC236}">
                <a16:creationId xmlns:a16="http://schemas.microsoft.com/office/drawing/2014/main" id="{AEF1DC68-FED7-53FB-543A-54F36DC47DB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64897" y="1070259"/>
            <a:ext cx="1999186" cy="68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82;p18" descr="image.png">
            <a:extLst>
              <a:ext uri="{FF2B5EF4-FFF2-40B4-BE49-F238E27FC236}">
                <a16:creationId xmlns:a16="http://schemas.microsoft.com/office/drawing/2014/main" id="{996BB23E-126E-B231-9DA1-74D80260DE9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49984" y="3676951"/>
            <a:ext cx="1122092" cy="87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82;p18" descr="image.png">
            <a:extLst>
              <a:ext uri="{FF2B5EF4-FFF2-40B4-BE49-F238E27FC236}">
                <a16:creationId xmlns:a16="http://schemas.microsoft.com/office/drawing/2014/main" id="{0F7D3A2C-6BA2-B5E4-94A8-97917157516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97182" y="5528466"/>
            <a:ext cx="1372401" cy="1003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82;p18" descr="image.png">
            <a:extLst>
              <a:ext uri="{FF2B5EF4-FFF2-40B4-BE49-F238E27FC236}">
                <a16:creationId xmlns:a16="http://schemas.microsoft.com/office/drawing/2014/main" id="{B24E4DC7-5829-65BC-95E0-DF29EA85EC5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30774" y="4363048"/>
            <a:ext cx="1226214" cy="10035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5;p18">
            <a:extLst>
              <a:ext uri="{FF2B5EF4-FFF2-40B4-BE49-F238E27FC236}">
                <a16:creationId xmlns:a16="http://schemas.microsoft.com/office/drawing/2014/main" id="{25B2EE3D-239C-0202-5BDB-17E7F303FDC5}"/>
              </a:ext>
            </a:extLst>
          </p:cNvPr>
          <p:cNvSpPr txBox="1"/>
          <p:nvPr/>
        </p:nvSpPr>
        <p:spPr>
          <a:xfrm>
            <a:off x="3947044" y="2820141"/>
            <a:ext cx="214895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sym typeface="ZCOOL KuaiLe"/>
              </a:rPr>
              <a:t>由于活动太会火爆材料不够用，现场集思广益“沙瓶”</a:t>
            </a:r>
            <a:r>
              <a:rPr lang="zh-CN" altLang="en-US" sz="2000" dirty="0">
                <a:solidFill>
                  <a:srgbClr val="E88D6A"/>
                </a:solidFill>
                <a:latin typeface="华文隶书" panose="02010800040101010101" pitchFamily="2" charset="-122"/>
                <a:ea typeface="华文隶书" panose="02010800040101010101" pitchFamily="2" charset="-122"/>
                <a:sym typeface="ZCOOL KuaiLe"/>
              </a:rPr>
              <a:t>游戏</a:t>
            </a:r>
            <a:endParaRPr kumimoji="0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sym typeface="Arial"/>
            </a:endParaRPr>
          </a:p>
        </p:txBody>
      </p:sp>
      <p:sp>
        <p:nvSpPr>
          <p:cNvPr id="10" name="Google Shape;185;p18">
            <a:extLst>
              <a:ext uri="{FF2B5EF4-FFF2-40B4-BE49-F238E27FC236}">
                <a16:creationId xmlns:a16="http://schemas.microsoft.com/office/drawing/2014/main" id="{8FD6CCC0-6D17-B4A6-4050-6E2BE6D003DD}"/>
              </a:ext>
            </a:extLst>
          </p:cNvPr>
          <p:cNvSpPr txBox="1"/>
          <p:nvPr/>
        </p:nvSpPr>
        <p:spPr>
          <a:xfrm>
            <a:off x="6991426" y="5538575"/>
            <a:ext cx="214895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Arial"/>
              </a:rPr>
              <a:t>负责筹划整体流程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20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和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Arial"/>
              </a:rPr>
              <a:t>掐丝珐琅的教学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97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72D9-B4EB-A5DA-EE67-47474A05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2B07040E-1BD8-39A3-CC6F-46973934FA7C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B1ABBE-9B67-7DD6-396A-A59D57CF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062" y="-1"/>
            <a:ext cx="2099937" cy="246950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27AA5F4-D388-42F4-2431-23E4F1BD8409}"/>
              </a:ext>
            </a:extLst>
          </p:cNvPr>
          <p:cNvSpPr txBox="1"/>
          <p:nvPr/>
        </p:nvSpPr>
        <p:spPr>
          <a:xfrm>
            <a:off x="4005942" y="1830966"/>
            <a:ext cx="4914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800" dirty="0">
                <a:latin typeface="gagalin" panose="00000500000000000000" pitchFamily="50" charset="0"/>
                <a:ea typeface="Aa桃花扇" panose="02010600010101010101" pitchFamily="2" charset="-122"/>
              </a:rPr>
              <a:t>Part  4</a:t>
            </a:r>
            <a:endParaRPr lang="zh-CN" altLang="en-US" sz="10800" dirty="0">
              <a:latin typeface="gagalin" panose="00000500000000000000" pitchFamily="50" charset="0"/>
              <a:ea typeface="Aa桃花扇" panose="0201060001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F7899AF-A14B-2D86-B278-E6A4FF8C5107}"/>
                  </a:ext>
                </a:extLst>
              </p14:cNvPr>
              <p14:cNvContentPartPr>
                <a14:cpLocks xmlns:a14="http://schemas.microsoft.com/office/drawing/2010/main" noGrp="1" noRot="1" noMove="1" noResize="1" noEditPoints="1" noAdjustHandles="1" noChangeArrowheads="1" noChangeShapeType="1"/>
              </p14:cNvContentPartPr>
              <p14:nvPr/>
            </p14:nvContentPartPr>
            <p14:xfrm>
              <a:off x="3781587" y="2283255"/>
              <a:ext cx="5090040" cy="13226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F7899AF-A14B-2D86-B278-E6A4FF8C5107}"/>
                  </a:ext>
                </a:extLst>
              </p:cNvPr>
              <p:cNvPicPr>
                <a:picLocks noGrp="1" noRo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587" y="2103255"/>
                <a:ext cx="5269680" cy="16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962665F-4374-C1F7-9821-68DDAA9220BF}"/>
                  </a:ext>
                </a:extLst>
              </p14:cNvPr>
              <p14:cNvContentPartPr/>
              <p14:nvPr/>
            </p14:nvContentPartPr>
            <p14:xfrm>
              <a:off x="8857587" y="296689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962665F-4374-C1F7-9821-68DDAA9220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7587" y="2786895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332662B3-4A5F-750E-0335-7948BEF2FEA3}"/>
              </a:ext>
            </a:extLst>
          </p:cNvPr>
          <p:cNvSpPr txBox="1"/>
          <p:nvPr/>
        </p:nvSpPr>
        <p:spPr>
          <a:xfrm>
            <a:off x="4266322" y="3429000"/>
            <a:ext cx="412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部门规划</a:t>
            </a:r>
          </a:p>
        </p:txBody>
      </p:sp>
      <p:pic>
        <p:nvPicPr>
          <p:cNvPr id="8" name="Google Shape;150;p16" descr="image.png">
            <a:extLst>
              <a:ext uri="{FF2B5EF4-FFF2-40B4-BE49-F238E27FC236}">
                <a16:creationId xmlns:a16="http://schemas.microsoft.com/office/drawing/2014/main" id="{E5DC66E9-B8DF-0224-FAA9-3282558ED66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9876" y="4391608"/>
            <a:ext cx="2026950" cy="2020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0;p16" descr="image.png">
            <a:extLst>
              <a:ext uri="{FF2B5EF4-FFF2-40B4-BE49-F238E27FC236}">
                <a16:creationId xmlns:a16="http://schemas.microsoft.com/office/drawing/2014/main" id="{BEFE0B94-A7E7-D099-C01B-F4E392C9EC33}"/>
              </a:ext>
            </a:extLst>
          </p:cNvPr>
          <p:cNvPicPr preferRelativeResize="0"/>
          <p:nvPr/>
        </p:nvPicPr>
        <p:blipFill rotWithShape="1">
          <a:blip r:embed="rId8">
            <a:alphaModFix amt="28000"/>
          </a:blip>
          <a:srcRect/>
          <a:stretch/>
        </p:blipFill>
        <p:spPr>
          <a:xfrm>
            <a:off x="-199054" y="2121158"/>
            <a:ext cx="5608816" cy="54001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2197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1884" y="2496230"/>
            <a:ext cx="3255588" cy="3627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666749" y="2462213"/>
            <a:ext cx="6293887" cy="866774"/>
          </a:xfrm>
          <a:prstGeom prst="roundRect">
            <a:avLst>
              <a:gd name="adj" fmla="val 22727"/>
            </a:avLst>
          </a:prstGeom>
          <a:solidFill>
            <a:srgbClr val="FFF5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238250" y="2679055"/>
            <a:ext cx="59649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游戏分级制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分级设置游戏，简单易上手和复杂版，对应奖品不同。</a:t>
            </a:r>
            <a:endParaRPr lang="en-US" altLang="zh-CN" sz="1500" b="0" i="0" u="none" strike="noStrike" cap="non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碎片化快选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沉浸式挑战，平衡参与时间与深度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01" name="Google Shape;201;p19"/>
          <p:cNvSpPr/>
          <p:nvPr/>
        </p:nvSpPr>
        <p:spPr>
          <a:xfrm>
            <a:off x="666750" y="3443287"/>
            <a:ext cx="6034980" cy="838200"/>
          </a:xfrm>
          <a:prstGeom prst="roundRect">
            <a:avLst>
              <a:gd name="adj" fmla="val 22727"/>
            </a:avLst>
          </a:prstGeom>
          <a:solidFill>
            <a:srgbClr val="FFF5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1238250" y="3746971"/>
            <a:ext cx="538648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动态经费调度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按规模比例留存经费，解决积压与不足的矛盾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03" name="Google Shape;203;p19"/>
          <p:cNvSpPr/>
          <p:nvPr/>
        </p:nvSpPr>
        <p:spPr>
          <a:xfrm>
            <a:off x="666750" y="4395787"/>
            <a:ext cx="6034980" cy="838200"/>
          </a:xfrm>
          <a:prstGeom prst="roundRect">
            <a:avLst>
              <a:gd name="adj" fmla="val 22727"/>
            </a:avLst>
          </a:prstGeom>
          <a:solidFill>
            <a:srgbClr val="FFF5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1238250" y="4584054"/>
            <a:ext cx="54634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精细化成本控制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500" dirty="0"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线上预热</a:t>
            </a:r>
            <a:r>
              <a:rPr lang="zh-CN" alt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为主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将每一分钱都用在高质量奖品上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" y="4070818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809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762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4714875"/>
            <a:ext cx="190500" cy="2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AD61EED-F96A-88FF-80D0-1AF706DAD6FA}"/>
              </a:ext>
            </a:extLst>
          </p:cNvPr>
          <p:cNvGrpSpPr/>
          <p:nvPr/>
        </p:nvGrpSpPr>
        <p:grpSpPr>
          <a:xfrm>
            <a:off x="267866" y="165942"/>
            <a:ext cx="10801350" cy="843707"/>
            <a:chOff x="933450" y="529381"/>
            <a:chExt cx="10801350" cy="843707"/>
          </a:xfrm>
        </p:grpSpPr>
        <p:sp>
          <p:nvSpPr>
            <p:cNvPr id="3" name="Google Shape;184;p18">
              <a:extLst>
                <a:ext uri="{FF2B5EF4-FFF2-40B4-BE49-F238E27FC236}">
                  <a16:creationId xmlns:a16="http://schemas.microsoft.com/office/drawing/2014/main" id="{C7760D78-30E7-20A6-9C9C-908BB7400C8A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5;p18">
              <a:extLst>
                <a:ext uri="{FF2B5EF4-FFF2-40B4-BE49-F238E27FC236}">
                  <a16:creationId xmlns:a16="http://schemas.microsoft.com/office/drawing/2014/main" id="{3EF803C9-A21D-FA06-0659-40921D81D5E1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3900" b="1" i="0" u="none" strike="noStrike" cap="none" noProof="0" dirty="0">
                  <a:solidFill>
                    <a:srgbClr val="E88D6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ZCOOL KuaiLe"/>
                  <a:sym typeface="ZCOOL KuaiLe"/>
                </a:rPr>
                <a:t>活动反思和建议</a:t>
              </a:r>
              <a:endParaRPr lang="zh-CN" noProof="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6" name="Google Shape;203;p19">
            <a:extLst>
              <a:ext uri="{FF2B5EF4-FFF2-40B4-BE49-F238E27FC236}">
                <a16:creationId xmlns:a16="http://schemas.microsoft.com/office/drawing/2014/main" id="{40A5C0C4-EEBD-D463-7BCC-55557E2E39C1}"/>
              </a:ext>
            </a:extLst>
          </p:cNvPr>
          <p:cNvSpPr/>
          <p:nvPr/>
        </p:nvSpPr>
        <p:spPr>
          <a:xfrm>
            <a:off x="666750" y="5422254"/>
            <a:ext cx="6034980" cy="838200"/>
          </a:xfrm>
          <a:prstGeom prst="roundRect">
            <a:avLst>
              <a:gd name="adj" fmla="val 22727"/>
            </a:avLst>
          </a:prstGeom>
          <a:solidFill>
            <a:srgbClr val="FFF5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30117" y="5631608"/>
            <a:ext cx="42946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集百家之长，将好的点子实时归纳库化</a:t>
            </a:r>
            <a:endParaRPr sz="1600" dirty="0"/>
          </a:p>
        </p:txBody>
      </p:sp>
      <p:pic>
        <p:nvPicPr>
          <p:cNvPr id="5" name="Google Shape;209;p19" descr="image.png">
            <a:extLst>
              <a:ext uri="{FF2B5EF4-FFF2-40B4-BE49-F238E27FC236}">
                <a16:creationId xmlns:a16="http://schemas.microsoft.com/office/drawing/2014/main" id="{3E9130DF-263E-F4E4-BD6D-4A818DD8B5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563160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1000125" y="5631608"/>
            <a:ext cx="1676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例会头脑风暴</a:t>
            </a:r>
            <a:r>
              <a:rPr lang="zh-CN" altLang="en-US" sz="16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C5D324-10A4-834C-0055-B99F5A7D6D9E}"/>
              </a:ext>
            </a:extLst>
          </p:cNvPr>
          <p:cNvSpPr txBox="1"/>
          <p:nvPr/>
        </p:nvSpPr>
        <p:spPr>
          <a:xfrm>
            <a:off x="8324655" y="2497990"/>
            <a:ext cx="3102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在食堂门口摆摊时，学生没有时间参与复杂游戏，导致活动参与度低。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3F39E7-220B-39DD-8187-D710892761C7}"/>
              </a:ext>
            </a:extLst>
          </p:cNvPr>
          <p:cNvSpPr txBox="1"/>
          <p:nvPr/>
        </p:nvSpPr>
        <p:spPr>
          <a:xfrm>
            <a:off x="8248269" y="3443287"/>
            <a:ext cx="3102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大小活动经费一致，大规模活动奖品不足，而小规模活动则可能剩余。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CA9FB9-37DE-8E12-654E-DF806DE85262}"/>
              </a:ext>
            </a:extLst>
          </p:cNvPr>
          <p:cNvSpPr txBox="1"/>
          <p:nvPr/>
        </p:nvSpPr>
        <p:spPr>
          <a:xfrm>
            <a:off x="8248269" y="4584054"/>
            <a:ext cx="3102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打印传单花费太多经费。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B443A7-A81A-100B-CED5-3D940F4D94F1}"/>
              </a:ext>
            </a:extLst>
          </p:cNvPr>
          <p:cNvSpPr txBox="1"/>
          <p:nvPr/>
        </p:nvSpPr>
        <p:spPr>
          <a:xfrm>
            <a:off x="8310474" y="5562343"/>
            <a:ext cx="3102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活动不够有趣、吸引人。</a:t>
            </a:r>
          </a:p>
        </p:txBody>
      </p:sp>
      <p:sp>
        <p:nvSpPr>
          <p:cNvPr id="11" name="Google Shape;185;p18">
            <a:extLst>
              <a:ext uri="{FF2B5EF4-FFF2-40B4-BE49-F238E27FC236}">
                <a16:creationId xmlns:a16="http://schemas.microsoft.com/office/drawing/2014/main" id="{48E85A32-16E6-0DAA-B75A-C67DC777A5FD}"/>
              </a:ext>
            </a:extLst>
          </p:cNvPr>
          <p:cNvSpPr txBox="1"/>
          <p:nvPr/>
        </p:nvSpPr>
        <p:spPr>
          <a:xfrm>
            <a:off x="8801585" y="1616904"/>
            <a:ext cx="21489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问题反思</a:t>
            </a:r>
            <a:endParaRPr kumimoji="0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sp>
        <p:nvSpPr>
          <p:cNvPr id="12" name="Google Shape;185;p18">
            <a:extLst>
              <a:ext uri="{FF2B5EF4-FFF2-40B4-BE49-F238E27FC236}">
                <a16:creationId xmlns:a16="http://schemas.microsoft.com/office/drawing/2014/main" id="{97F5E2E8-C900-73E4-AE76-51A25E2DFB1D}"/>
              </a:ext>
            </a:extLst>
          </p:cNvPr>
          <p:cNvSpPr txBox="1"/>
          <p:nvPr/>
        </p:nvSpPr>
        <p:spPr>
          <a:xfrm>
            <a:off x="2895512" y="1645997"/>
            <a:ext cx="214895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山海风华隶 W" panose="00020600040101010101" pitchFamily="18" charset="-122"/>
                <a:ea typeface="山海风华隶 W" panose="00020600040101010101" pitchFamily="18" charset="-122"/>
                <a:sym typeface="ZCOOL KuaiLe"/>
              </a:rPr>
              <a:t>解决方案</a:t>
            </a:r>
            <a:endParaRPr kumimoji="0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山海风华隶 W" panose="00020600040101010101" pitchFamily="18" charset="-122"/>
              <a:ea typeface="山海风华隶 W" panose="00020600040101010101" pitchFamily="18" charset="-122"/>
              <a:sym typeface="Arial"/>
            </a:endParaRPr>
          </a:p>
        </p:txBody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69CBF5B5-1E6F-4E48-B427-E7F04F1C0C6E}"/>
              </a:ext>
            </a:extLst>
          </p:cNvPr>
          <p:cNvSpPr/>
          <p:nvPr/>
        </p:nvSpPr>
        <p:spPr>
          <a:xfrm>
            <a:off x="7113408" y="2618792"/>
            <a:ext cx="861156" cy="461665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20932CFC-F7F9-5F70-E4D7-F058D0BD884B}"/>
              </a:ext>
            </a:extLst>
          </p:cNvPr>
          <p:cNvSpPr/>
          <p:nvPr/>
        </p:nvSpPr>
        <p:spPr>
          <a:xfrm>
            <a:off x="7113408" y="3535109"/>
            <a:ext cx="861156" cy="461665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77605C44-8835-2EE2-726E-C702B3C32C51}"/>
              </a:ext>
            </a:extLst>
          </p:cNvPr>
          <p:cNvSpPr/>
          <p:nvPr/>
        </p:nvSpPr>
        <p:spPr>
          <a:xfrm>
            <a:off x="7113408" y="4557892"/>
            <a:ext cx="861156" cy="461665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2625B771-895D-E1F7-B790-DBA809C61173}"/>
              </a:ext>
            </a:extLst>
          </p:cNvPr>
          <p:cNvSpPr/>
          <p:nvPr/>
        </p:nvSpPr>
        <p:spPr>
          <a:xfrm>
            <a:off x="7118453" y="5592530"/>
            <a:ext cx="861156" cy="461665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F3BC848-0525-8323-7107-F6D6A9D23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606" y="1954946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7987" y="4178171"/>
            <a:ext cx="52387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21040" y="1256078"/>
            <a:ext cx="333181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6909" y="4428931"/>
            <a:ext cx="355341" cy="359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BB584C15-B67E-FF39-00A2-ECBC7CAEDA9C}"/>
              </a:ext>
            </a:extLst>
          </p:cNvPr>
          <p:cNvGrpSpPr/>
          <p:nvPr/>
        </p:nvGrpSpPr>
        <p:grpSpPr>
          <a:xfrm>
            <a:off x="267866" y="165942"/>
            <a:ext cx="10801350" cy="843707"/>
            <a:chOff x="933450" y="529381"/>
            <a:chExt cx="10801350" cy="843707"/>
          </a:xfrm>
        </p:grpSpPr>
        <p:sp>
          <p:nvSpPr>
            <p:cNvPr id="3" name="Google Shape;184;p18">
              <a:extLst>
                <a:ext uri="{FF2B5EF4-FFF2-40B4-BE49-F238E27FC236}">
                  <a16:creationId xmlns:a16="http://schemas.microsoft.com/office/drawing/2014/main" id="{806A3CC8-BAA4-28B9-A075-F3869EF172FC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5;p18">
              <a:extLst>
                <a:ext uri="{FF2B5EF4-FFF2-40B4-BE49-F238E27FC236}">
                  <a16:creationId xmlns:a16="http://schemas.microsoft.com/office/drawing/2014/main" id="{897409A1-6243-F8D1-65D7-F57D18E146C8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3900" b="1" i="0" u="none" strike="noStrike" cap="none" noProof="0" dirty="0">
                  <a:solidFill>
                    <a:srgbClr val="E88D6A"/>
                  </a:solidFill>
                  <a:latin typeface="Aa桃花扇" panose="02010600010101010101" pitchFamily="2" charset="-122"/>
                  <a:ea typeface="Aa桃花扇" panose="02010600010101010101" pitchFamily="2" charset="-122"/>
                  <a:cs typeface="ZCOOL KuaiLe"/>
                  <a:sym typeface="ZCOOL KuaiLe"/>
                </a:rPr>
                <a:t>创新活动设计</a:t>
              </a:r>
              <a:endParaRPr lang="zh-CN" noProof="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p:pic>
        <p:nvPicPr>
          <p:cNvPr id="5" name="Google Shape;262;p22" descr="image.png">
            <a:extLst>
              <a:ext uri="{FF2B5EF4-FFF2-40B4-BE49-F238E27FC236}">
                <a16:creationId xmlns:a16="http://schemas.microsoft.com/office/drawing/2014/main" id="{C80AF09B-5A0C-A9A1-001D-B431EB20D08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75255" y="2052637"/>
            <a:ext cx="3365241" cy="42759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BCA4EA5-33F3-D26C-EE40-845E2704DBF8}"/>
              </a:ext>
            </a:extLst>
          </p:cNvPr>
          <p:cNvSpPr txBox="1"/>
          <p:nvPr/>
        </p:nvSpPr>
        <p:spPr>
          <a:xfrm>
            <a:off x="3130031" y="1009649"/>
            <a:ext cx="5238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“星心相印”新生引导</a:t>
            </a:r>
          </a:p>
        </p:txBody>
      </p:sp>
      <p:pic>
        <p:nvPicPr>
          <p:cNvPr id="7" name="Google Shape;150;p16" descr="image.png">
            <a:extLst>
              <a:ext uri="{FF2B5EF4-FFF2-40B4-BE49-F238E27FC236}">
                <a16:creationId xmlns:a16="http://schemas.microsoft.com/office/drawing/2014/main" id="{69CFC363-CB27-DDFA-3911-C238A86B3B8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70696" y="1102558"/>
            <a:ext cx="574534" cy="58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9AC86E-CB9C-4CB8-4116-1DEDB09C45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F014D3-7B1A-6054-336F-5DD4B469460F}"/>
              </a:ext>
            </a:extLst>
          </p:cNvPr>
          <p:cNvSpPr txBox="1"/>
          <p:nvPr/>
        </p:nvSpPr>
        <p:spPr>
          <a:xfrm>
            <a:off x="755976" y="2381252"/>
            <a:ext cx="2873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建立长效答疑群组，解答新生学业、生活迷惑，缓解焦虑。</a:t>
            </a:r>
            <a:endParaRPr lang="en-US" altLang="zh-CN" sz="1600" dirty="0">
              <a:latin typeface="Noto Sans SC"/>
              <a:ea typeface="Noto Sans SC"/>
              <a:cs typeface="Noto Sans SC"/>
              <a:sym typeface="Noto Sans SC"/>
            </a:endParaRPr>
          </a:p>
          <a:p>
            <a:pPr lvl="0"/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推行“学长学姐领航划”，</a:t>
            </a:r>
            <a:endParaRPr lang="en-US" altLang="zh-CN" sz="1600" dirty="0">
              <a:latin typeface="Noto Sans SC"/>
              <a:ea typeface="Noto Sans SC"/>
              <a:cs typeface="Noto Sans SC"/>
              <a:sym typeface="Noto Sans SC"/>
            </a:endParaRPr>
          </a:p>
          <a:p>
            <a:pPr lvl="0"/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打造有温度的同辈互助校园。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77BCFD-2AAD-D324-F1CC-8CF3E4483595}"/>
              </a:ext>
            </a:extLst>
          </p:cNvPr>
          <p:cNvSpPr txBox="1"/>
          <p:nvPr/>
        </p:nvSpPr>
        <p:spPr>
          <a:xfrm>
            <a:off x="8085948" y="4309985"/>
            <a:ext cx="26561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活动时间：主要为新生入学后</a:t>
            </a:r>
            <a:r>
              <a:rPr lang="en-US" altLang="zh-CN" sz="1600" dirty="0"/>
              <a:t>2-3</a:t>
            </a:r>
            <a:r>
              <a:rPr lang="zh-CN" altLang="en-US" sz="1600" dirty="0"/>
              <a:t>个月</a:t>
            </a:r>
            <a:endParaRPr lang="en-US" altLang="zh-CN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/>
              <a:t>奖励设置：参与答疑可以获得集体活动证明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F7CAD8-BA9A-B723-05E0-E85BD3605A7A}"/>
              </a:ext>
            </a:extLst>
          </p:cNvPr>
          <p:cNvSpPr txBox="1"/>
          <p:nvPr/>
        </p:nvSpPr>
        <p:spPr>
          <a:xfrm>
            <a:off x="1848548" y="1550255"/>
            <a:ext cx="859466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0" i="0" u="none" strike="noStrike" cap="none" dirty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Noto Sans SC"/>
                <a:sym typeface="Noto Sans SC"/>
              </a:rPr>
              <a:t>启明星应成为迷茫新生的指路明灯。关注从入学到适应的每一个微小需求。</a:t>
            </a:r>
            <a:endParaRPr lang="zh-CN" altLang="en-US" sz="2000" dirty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5" name="Google Shape;224;p20">
            <a:extLst>
              <a:ext uri="{FF2B5EF4-FFF2-40B4-BE49-F238E27FC236}">
                <a16:creationId xmlns:a16="http://schemas.microsoft.com/office/drawing/2014/main" id="{60CA8FC8-03A6-4A09-BB1F-921DBAD4947C}"/>
              </a:ext>
            </a:extLst>
          </p:cNvPr>
          <p:cNvSpPr txBox="1"/>
          <p:nvPr/>
        </p:nvSpPr>
        <p:spPr>
          <a:xfrm>
            <a:off x="857250" y="4500562"/>
            <a:ext cx="32171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线上：长期在线Q&amp;</a:t>
            </a:r>
            <a:r>
              <a:rPr lang="en-US" altLang="zh-CN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altLang="zh-CN" sz="16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r>
              <a:rPr lang="zh-CN" altLang="en-US" sz="16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＋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资源库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sz="1600" dirty="0">
                <a:latin typeface="Noto Sans SC"/>
                <a:ea typeface="Noto Sans SC"/>
                <a:cs typeface="Calibri"/>
                <a:sym typeface="Noto Sans SC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线下：热点交流会</a:t>
            </a:r>
            <a:r>
              <a:rPr lang="zh-CN" altLang="en-US" sz="1600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：根据大家普遍关心问题进行解答。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37;p16" descr="image.png">
            <a:extLst>
              <a:ext uri="{FF2B5EF4-FFF2-40B4-BE49-F238E27FC236}">
                <a16:creationId xmlns:a16="http://schemas.microsoft.com/office/drawing/2014/main" id="{C0103736-BDBD-64AD-45DE-F0F46A68D3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1376" y="4053787"/>
            <a:ext cx="1811296" cy="70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19275"/>
            <a:ext cx="346070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20399" y="1854467"/>
            <a:ext cx="3460700" cy="231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1819275"/>
            <a:ext cx="3518000" cy="2653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8">
            <a:alphaModFix amt="51000"/>
          </a:blip>
          <a:srcRect l="18725"/>
          <a:stretch>
            <a:fillRect/>
          </a:stretch>
        </p:blipFill>
        <p:spPr>
          <a:xfrm>
            <a:off x="3302672" y="5042898"/>
            <a:ext cx="8825261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8792" y="212407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900272" y="2647950"/>
            <a:ext cx="29936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常驻互动</a:t>
            </a:r>
            <a:endParaRPr sz="1600"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971550" y="3000375"/>
            <a:ext cx="2851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乒乓颠球、蒙眼走线</a:t>
            </a:r>
            <a:b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在运动中释放多巴胺</a:t>
            </a:r>
            <a:endParaRPr dirty="0"/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47618" y="212407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4599022" y="2584065"/>
            <a:ext cx="29936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布袋围攻</a:t>
            </a:r>
            <a:endParaRPr sz="1600"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971550" y="4137904"/>
            <a:ext cx="2851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人气末位淘汰制</a:t>
            </a:r>
            <a:b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保持活动的新鲜度</a:t>
            </a:r>
            <a:endParaRPr dirty="0"/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46592" y="212407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8297919" y="2647950"/>
            <a:ext cx="29938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latin typeface="Noto Sans SC"/>
                <a:ea typeface="Noto Sans SC"/>
                <a:sym typeface="Noto Sans SC"/>
              </a:rPr>
              <a:t>沙包躲避战</a:t>
            </a:r>
            <a:endParaRPr sz="1600" dirty="0"/>
          </a:p>
        </p:txBody>
      </p:sp>
      <p:sp>
        <p:nvSpPr>
          <p:cNvPr id="243" name="Google Shape;243;p21"/>
          <p:cNvSpPr txBox="1"/>
          <p:nvPr/>
        </p:nvSpPr>
        <p:spPr>
          <a:xfrm>
            <a:off x="8369200" y="3000375"/>
            <a:ext cx="285124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回型躲避线路</a:t>
            </a:r>
            <a:endParaRPr lang="en-US" altLang="zh-CN" b="0" i="0" u="none" strike="noStrike" cap="non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latin typeface="Noto Sans SC"/>
                <a:ea typeface="Noto Sans SC"/>
                <a:cs typeface="Calibri"/>
                <a:sym typeface="Noto Sans SC"/>
              </a:rPr>
              <a:t>两名攻击手站在场地两端用软球攻击闯关者，被击中淘汰出局。</a:t>
            </a:r>
            <a:b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沉浸式团队解压项目</a:t>
            </a:r>
            <a:endParaRPr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6E428C0-4E85-DF4E-88DB-DCB9E1CD77A7}"/>
              </a:ext>
            </a:extLst>
          </p:cNvPr>
          <p:cNvGrpSpPr/>
          <p:nvPr/>
        </p:nvGrpSpPr>
        <p:grpSpPr>
          <a:xfrm>
            <a:off x="267866" y="165942"/>
            <a:ext cx="10801350" cy="1566141"/>
            <a:chOff x="267866" y="165942"/>
            <a:chExt cx="10801350" cy="1566141"/>
          </a:xfrm>
        </p:grpSpPr>
        <p:pic>
          <p:nvPicPr>
            <p:cNvPr id="19" name="Google Shape;146;p16" descr="image.png">
              <a:extLst>
                <a:ext uri="{FF2B5EF4-FFF2-40B4-BE49-F238E27FC236}">
                  <a16:creationId xmlns:a16="http://schemas.microsoft.com/office/drawing/2014/main" id="{D96F5EBE-C49B-275C-E7AF-6B68E7897331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065954" y="1330203"/>
              <a:ext cx="355341" cy="3594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1498BAB8-10EA-F7B1-C02A-66443C6D2191}"/>
                </a:ext>
              </a:extLst>
            </p:cNvPr>
            <p:cNvGrpSpPr/>
            <p:nvPr/>
          </p:nvGrpSpPr>
          <p:grpSpPr>
            <a:xfrm>
              <a:off x="267866" y="165942"/>
              <a:ext cx="10801350" cy="707061"/>
              <a:chOff x="933450" y="529381"/>
              <a:chExt cx="10801350" cy="707061"/>
            </a:xfrm>
          </p:grpSpPr>
          <p:sp>
            <p:nvSpPr>
              <p:cNvPr id="23" name="Google Shape;184;p18">
                <a:extLst>
                  <a:ext uri="{FF2B5EF4-FFF2-40B4-BE49-F238E27FC236}">
                    <a16:creationId xmlns:a16="http://schemas.microsoft.com/office/drawing/2014/main" id="{593FA54A-6782-8EF8-F59B-4B99A12A4711}"/>
                  </a:ext>
                </a:extLst>
              </p:cNvPr>
              <p:cNvSpPr/>
              <p:nvPr/>
            </p:nvSpPr>
            <p:spPr>
              <a:xfrm>
                <a:off x="933450" y="1122142"/>
                <a:ext cx="10287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88D6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sz="1800" b="0" i="0" u="none" strike="noStrike" cap="none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85;p18">
                <a:extLst>
                  <a:ext uri="{FF2B5EF4-FFF2-40B4-BE49-F238E27FC236}">
                    <a16:creationId xmlns:a16="http://schemas.microsoft.com/office/drawing/2014/main" id="{FB0C60A9-DF69-0DB6-5D58-38201F299DE8}"/>
                  </a:ext>
                </a:extLst>
              </p:cNvPr>
              <p:cNvSpPr txBox="1"/>
              <p:nvPr/>
            </p:nvSpPr>
            <p:spPr>
              <a:xfrm>
                <a:off x="933450" y="529381"/>
                <a:ext cx="10801350" cy="600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3900" b="1" i="0" u="none" strike="noStrike" cap="none" noProof="0" dirty="0">
                    <a:solidFill>
                      <a:srgbClr val="E88D6A"/>
                    </a:solidFill>
                    <a:latin typeface="Aa桃花扇" panose="02010600010101010101" pitchFamily="2" charset="-122"/>
                    <a:ea typeface="Aa桃花扇" panose="02010600010101010101" pitchFamily="2" charset="-122"/>
                    <a:cs typeface="ZCOOL KuaiLe"/>
                    <a:sym typeface="ZCOOL KuaiLe"/>
                  </a:rPr>
                  <a:t>创新活动设计</a:t>
                </a:r>
                <a:endParaRPr lang="zh-CN" noProof="0" dirty="0">
                  <a:latin typeface="Aa桃花扇" panose="02010600010101010101" pitchFamily="2" charset="-122"/>
                  <a:ea typeface="Aa桃花扇" panose="02010600010101010101" pitchFamily="2" charset="-122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19C9B6A-0D91-C5CD-0F7B-379C8E8E8A3E}"/>
                </a:ext>
              </a:extLst>
            </p:cNvPr>
            <p:cNvSpPr txBox="1"/>
            <p:nvPr/>
          </p:nvSpPr>
          <p:spPr>
            <a:xfrm>
              <a:off x="3130451" y="881381"/>
              <a:ext cx="52387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latin typeface="山海风华隶 W" panose="00020600040101010101" pitchFamily="18" charset="-122"/>
                  <a:ea typeface="山海风华隶 W" panose="00020600040101010101" pitchFamily="18" charset="-122"/>
                </a:rPr>
                <a:t>“跃起来”运动系列</a:t>
              </a:r>
            </a:p>
          </p:txBody>
        </p:sp>
        <p:pic>
          <p:nvPicPr>
            <p:cNvPr id="22" name="图形 21" descr="运行 纯色填充">
              <a:extLst>
                <a:ext uri="{FF2B5EF4-FFF2-40B4-BE49-F238E27FC236}">
                  <a16:creationId xmlns:a16="http://schemas.microsoft.com/office/drawing/2014/main" id="{07012165-E9EB-0CF3-B50B-8ACA5A74B5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39770" y="1060297"/>
              <a:ext cx="671786" cy="671786"/>
            </a:xfrm>
            <a:prstGeom prst="rect">
              <a:avLst/>
            </a:prstGeom>
          </p:spPr>
        </p:pic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9A460FF0-8BBA-4A24-36DB-987DF13A7B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F59AE85-EB4F-911A-02C8-A7018DF5B0B6}"/>
              </a:ext>
            </a:extLst>
          </p:cNvPr>
          <p:cNvSpPr txBox="1"/>
          <p:nvPr/>
        </p:nvSpPr>
        <p:spPr>
          <a:xfrm>
            <a:off x="4950238" y="2938820"/>
            <a:ext cx="25876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参与者套上布袋，分攻守两方</a:t>
            </a:r>
            <a:endParaRPr lang="en-US" altLang="zh-CN" dirty="0"/>
          </a:p>
          <a:p>
            <a:r>
              <a:rPr lang="zh-CN" altLang="en-US" dirty="0"/>
              <a:t>被攻方形成矩形包围淘汰出局。</a:t>
            </a:r>
            <a:endParaRPr lang="en-US" altLang="zh-CN" dirty="0"/>
          </a:p>
          <a:p>
            <a:r>
              <a:rPr lang="zh-CN" altLang="en-US" dirty="0"/>
              <a:t>采用限时轮回制，交换攻守方</a:t>
            </a:r>
            <a:endParaRPr lang="en-US" altLang="zh-CN" dirty="0"/>
          </a:p>
          <a:p>
            <a:r>
              <a:rPr lang="zh-CN" altLang="en-US" dirty="0"/>
              <a:t>相同时间内淘汰对手多胜利</a:t>
            </a:r>
          </a:p>
        </p:txBody>
      </p:sp>
      <p:sp>
        <p:nvSpPr>
          <p:cNvPr id="28" name="Google Shape;185;p18">
            <a:extLst>
              <a:ext uri="{FF2B5EF4-FFF2-40B4-BE49-F238E27FC236}">
                <a16:creationId xmlns:a16="http://schemas.microsoft.com/office/drawing/2014/main" id="{9A73D2BE-B585-0A98-CD45-B5CC249A0047}"/>
              </a:ext>
            </a:extLst>
          </p:cNvPr>
          <p:cNvSpPr txBox="1"/>
          <p:nvPr/>
        </p:nvSpPr>
        <p:spPr>
          <a:xfrm>
            <a:off x="962600" y="5224523"/>
            <a:ext cx="214895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E88D6A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sym typeface="ZCOOL KuaiLe"/>
              </a:rPr>
              <a:t>运动既能够产生多巴胺为同学们解压，又可以提高身体素质、肢体灵活性。</a:t>
            </a:r>
            <a:endParaRPr kumimoji="0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8;p16" descr="image.png">
            <a:extLst>
              <a:ext uri="{FF2B5EF4-FFF2-40B4-BE49-F238E27FC236}">
                <a16:creationId xmlns:a16="http://schemas.microsoft.com/office/drawing/2014/main" id="{F2F2FF95-45F2-7021-950B-F5EB824E5966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151108" y="1880395"/>
            <a:ext cx="3635600" cy="79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8;p16" descr="image.png">
            <a:extLst>
              <a:ext uri="{FF2B5EF4-FFF2-40B4-BE49-F238E27FC236}">
                <a16:creationId xmlns:a16="http://schemas.microsoft.com/office/drawing/2014/main" id="{6E364912-B4A6-751C-5CB0-9FE606A899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53665" y="4009001"/>
            <a:ext cx="2797933" cy="595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7;p16" descr="image.png">
            <a:extLst>
              <a:ext uri="{FF2B5EF4-FFF2-40B4-BE49-F238E27FC236}">
                <a16:creationId xmlns:a16="http://schemas.microsoft.com/office/drawing/2014/main" id="{E8C385D2-89CC-7569-746D-A0573A920D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4468" y="5067479"/>
            <a:ext cx="3962178" cy="978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61102" y="1128874"/>
            <a:ext cx="4229100" cy="291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52632" y="1847837"/>
            <a:ext cx="2640383" cy="171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666750" y="3446264"/>
            <a:ext cx="1347043" cy="190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013793" y="3446264"/>
            <a:ext cx="971103" cy="190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984896" y="3446264"/>
            <a:ext cx="4025503" cy="19050"/>
          </a:xfrm>
          <a:prstGeom prst="rect">
            <a:avLst/>
          </a:prstGeom>
          <a:solidFill>
            <a:srgbClr val="E8F6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50;p16" descr="image.png">
            <a:extLst>
              <a:ext uri="{FF2B5EF4-FFF2-40B4-BE49-F238E27FC236}">
                <a16:creationId xmlns:a16="http://schemas.microsoft.com/office/drawing/2014/main" id="{4A36115C-8498-7E31-654E-AFB19C0695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6365" y="1072272"/>
            <a:ext cx="751116" cy="70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28BC99A-3466-6566-F0BC-9250A33099A8}"/>
              </a:ext>
            </a:extLst>
          </p:cNvPr>
          <p:cNvGrpSpPr/>
          <p:nvPr/>
        </p:nvGrpSpPr>
        <p:grpSpPr>
          <a:xfrm>
            <a:off x="267866" y="165942"/>
            <a:ext cx="10801350" cy="843707"/>
            <a:chOff x="933450" y="529381"/>
            <a:chExt cx="10801350" cy="843707"/>
          </a:xfrm>
        </p:grpSpPr>
        <p:sp>
          <p:nvSpPr>
            <p:cNvPr id="4" name="Google Shape;184;p18">
              <a:extLst>
                <a:ext uri="{FF2B5EF4-FFF2-40B4-BE49-F238E27FC236}">
                  <a16:creationId xmlns:a16="http://schemas.microsoft.com/office/drawing/2014/main" id="{3EBDBCFC-DB8D-F4F4-3398-C7FB04A7E29E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85;p18">
              <a:extLst>
                <a:ext uri="{FF2B5EF4-FFF2-40B4-BE49-F238E27FC236}">
                  <a16:creationId xmlns:a16="http://schemas.microsoft.com/office/drawing/2014/main" id="{037E2E4C-EF4C-07A1-04E7-523FEA3AD77B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3900" b="1" dirty="0">
                  <a:solidFill>
                    <a:srgbClr val="E88D6A"/>
                  </a:solidFill>
                  <a:latin typeface="Aa桃花扇" panose="02010600010101010101" pitchFamily="2" charset="-122"/>
                  <a:ea typeface="Aa桃花扇" panose="02010600010101010101" pitchFamily="2" charset="-122"/>
                  <a:cs typeface="ZCOOL KuaiLe"/>
                  <a:sym typeface="ZCOOL KuaiLe"/>
                </a:rPr>
                <a:t>暑期实践</a:t>
              </a:r>
              <a:r>
                <a:rPr lang="zh-CN" altLang="en-US" sz="3900" b="1" i="0" u="none" strike="noStrike" cap="none" noProof="0" dirty="0">
                  <a:solidFill>
                    <a:srgbClr val="E88D6A"/>
                  </a:solidFill>
                  <a:latin typeface="Aa桃花扇" panose="02010600010101010101" pitchFamily="2" charset="-122"/>
                  <a:ea typeface="Aa桃花扇" panose="02010600010101010101" pitchFamily="2" charset="-122"/>
                  <a:cs typeface="ZCOOL KuaiLe"/>
                  <a:sym typeface="ZCOOL KuaiLe"/>
                </a:rPr>
                <a:t>活动</a:t>
              </a:r>
              <a:endParaRPr lang="zh-CN" noProof="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2B642C4-C64E-C49E-08AF-9040AAF1DD9D}"/>
              </a:ext>
            </a:extLst>
          </p:cNvPr>
          <p:cNvSpPr txBox="1"/>
          <p:nvPr/>
        </p:nvSpPr>
        <p:spPr>
          <a:xfrm>
            <a:off x="3066078" y="594150"/>
            <a:ext cx="5630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山海风华隶 W" panose="00020600040101010101" pitchFamily="18" charset="-122"/>
                <a:ea typeface="山海风华隶 W" panose="00020600040101010101" pitchFamily="18" charset="-122"/>
              </a:rPr>
              <a:t>“寻脉中原，读懂中国”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9494FA-6984-935B-9818-A94AA26D774F}"/>
              </a:ext>
            </a:extLst>
          </p:cNvPr>
          <p:cNvSpPr txBox="1"/>
          <p:nvPr/>
        </p:nvSpPr>
        <p:spPr>
          <a:xfrm>
            <a:off x="995265" y="1361173"/>
            <a:ext cx="10630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Aa桃花扇" panose="02010600010101010101" pitchFamily="2" charset="-122"/>
                <a:ea typeface="Aa桃花扇" panose="02010600010101010101" pitchFamily="2" charset="-122"/>
              </a:rPr>
              <a:t>“文化遗产的活态传承与创新转化</a:t>
            </a:r>
            <a:r>
              <a:rPr lang="en-US" altLang="zh-CN" sz="2000" dirty="0">
                <a:latin typeface="Aa桃花扇" panose="02010600010101010101" pitchFamily="2" charset="-122"/>
                <a:ea typeface="Aa桃花扇" panose="02010600010101010101" pitchFamily="2" charset="-122"/>
              </a:rPr>
              <a:t>——</a:t>
            </a:r>
            <a:r>
              <a:rPr lang="zh-CN" altLang="en-US" sz="2000" dirty="0">
                <a:latin typeface="Aa桃花扇" panose="02010600010101010101" pitchFamily="2" charset="-122"/>
                <a:ea typeface="Aa桃花扇" panose="02010600010101010101" pitchFamily="2" charset="-122"/>
              </a:rPr>
              <a:t>调研中华文明数字化保护与文旅融合的国家发展成就”</a:t>
            </a: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798BD24A-A934-DE41-4ABC-389CD8D78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283778"/>
              </p:ext>
            </p:extLst>
          </p:nvPr>
        </p:nvGraphicFramePr>
        <p:xfrm>
          <a:off x="2681486" y="1975971"/>
          <a:ext cx="6181983" cy="3941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7AB4F4C-AD4C-983C-FF12-707C922FA691}"/>
              </a:ext>
            </a:extLst>
          </p:cNvPr>
          <p:cNvSpPr txBox="1"/>
          <p:nvPr/>
        </p:nvSpPr>
        <p:spPr>
          <a:xfrm>
            <a:off x="1114390" y="1964230"/>
            <a:ext cx="3863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调研国家文化数字化战略成效</a:t>
            </a:r>
            <a:endParaRPr lang="en-US" altLang="zh-CN" sz="1600" dirty="0"/>
          </a:p>
          <a:p>
            <a:r>
              <a:rPr lang="zh-CN" altLang="en-US" sz="1600" dirty="0"/>
              <a:t>考察数字化技术赋能文化遗产保护与传播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DC5109-6156-F965-145A-A06C2EE9F0D2}"/>
              </a:ext>
            </a:extLst>
          </p:cNvPr>
          <p:cNvSpPr txBox="1"/>
          <p:nvPr/>
        </p:nvSpPr>
        <p:spPr>
          <a:xfrm>
            <a:off x="708956" y="5231727"/>
            <a:ext cx="4269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调研城市更新与经济发展</a:t>
            </a:r>
            <a:endParaRPr lang="en-US" altLang="zh-CN" sz="1600" dirty="0"/>
          </a:p>
          <a:p>
            <a:r>
              <a:rPr lang="zh-CN" altLang="en-US" sz="1600" dirty="0"/>
              <a:t>考察文旅融合拉动区域经济与地域特色发展</a:t>
            </a:r>
            <a:r>
              <a:rPr lang="zh-CN" altLang="en-US" dirty="0"/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9D5519-B9ED-14CE-28C9-6CC314FA6258}"/>
              </a:ext>
            </a:extLst>
          </p:cNvPr>
          <p:cNvSpPr txBox="1"/>
          <p:nvPr/>
        </p:nvSpPr>
        <p:spPr>
          <a:xfrm>
            <a:off x="7937424" y="4093844"/>
            <a:ext cx="27995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考察中华文明探源工程成果</a:t>
            </a:r>
          </a:p>
        </p:txBody>
      </p:sp>
      <p:pic>
        <p:nvPicPr>
          <p:cNvPr id="20" name="Google Shape;138;p16" descr="image.png">
            <a:extLst>
              <a:ext uri="{FF2B5EF4-FFF2-40B4-BE49-F238E27FC236}">
                <a16:creationId xmlns:a16="http://schemas.microsoft.com/office/drawing/2014/main" id="{F33C50F4-AC1B-957E-F5D4-4047495C74AB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85569" y="2713252"/>
            <a:ext cx="2966283" cy="42302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F9A3D37-F344-6D4B-BBAB-93E4B58B64E1}"/>
              </a:ext>
            </a:extLst>
          </p:cNvPr>
          <p:cNvSpPr txBox="1"/>
          <p:nvPr/>
        </p:nvSpPr>
        <p:spPr>
          <a:xfrm>
            <a:off x="621043" y="2795921"/>
            <a:ext cx="2869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考察洛阳博物馆、洛阳古墓博物馆</a:t>
            </a:r>
          </a:p>
        </p:txBody>
      </p:sp>
      <p:pic>
        <p:nvPicPr>
          <p:cNvPr id="22" name="Google Shape;138;p16" descr="image.png">
            <a:extLst>
              <a:ext uri="{FF2B5EF4-FFF2-40B4-BE49-F238E27FC236}">
                <a16:creationId xmlns:a16="http://schemas.microsoft.com/office/drawing/2014/main" id="{6B68B83E-BC0D-1946-5CE5-6DEF6B57259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67840" y="4619451"/>
            <a:ext cx="2797933" cy="5959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4F0E3F8-585C-D032-2EE0-37A9AD250A25}"/>
              </a:ext>
            </a:extLst>
          </p:cNvPr>
          <p:cNvSpPr txBox="1"/>
          <p:nvPr/>
        </p:nvSpPr>
        <p:spPr>
          <a:xfrm>
            <a:off x="8752114" y="4783494"/>
            <a:ext cx="2317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调研二里头夏都遗址博物馆</a:t>
            </a:r>
          </a:p>
        </p:txBody>
      </p:sp>
      <p:pic>
        <p:nvPicPr>
          <p:cNvPr id="24" name="Google Shape;137;p16" descr="image.png">
            <a:extLst>
              <a:ext uri="{FF2B5EF4-FFF2-40B4-BE49-F238E27FC236}">
                <a16:creationId xmlns:a16="http://schemas.microsoft.com/office/drawing/2014/main" id="{A90236B1-6037-97E9-6229-29196BDCC9F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17370" y="6109085"/>
            <a:ext cx="2703710" cy="40598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52B8182-FAF9-98E9-57EC-7FC7BC849915}"/>
              </a:ext>
            </a:extLst>
          </p:cNvPr>
          <p:cNvSpPr txBox="1"/>
          <p:nvPr/>
        </p:nvSpPr>
        <p:spPr>
          <a:xfrm>
            <a:off x="3135086" y="6164424"/>
            <a:ext cx="2295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调研隋唐洛阳城遗址</a:t>
            </a:r>
          </a:p>
        </p:txBody>
      </p:sp>
      <p:sp>
        <p:nvSpPr>
          <p:cNvPr id="28" name="箭头: 圆角右 27">
            <a:extLst>
              <a:ext uri="{FF2B5EF4-FFF2-40B4-BE49-F238E27FC236}">
                <a16:creationId xmlns:a16="http://schemas.microsoft.com/office/drawing/2014/main" id="{1ABF4093-E688-C651-8579-1DAF1CF2EF31}"/>
              </a:ext>
            </a:extLst>
          </p:cNvPr>
          <p:cNvSpPr/>
          <p:nvPr/>
        </p:nvSpPr>
        <p:spPr>
          <a:xfrm rot="5400000">
            <a:off x="10643886" y="4179359"/>
            <a:ext cx="354133" cy="496526"/>
          </a:xfrm>
          <a:prstGeom prst="ben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4F7B52A6-3C34-AC76-19C7-6532B870C126}"/>
              </a:ext>
            </a:extLst>
          </p:cNvPr>
          <p:cNvSpPr/>
          <p:nvPr/>
        </p:nvSpPr>
        <p:spPr>
          <a:xfrm>
            <a:off x="2298879" y="6164424"/>
            <a:ext cx="566670" cy="262134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弧形 29">
            <a:extLst>
              <a:ext uri="{FF2B5EF4-FFF2-40B4-BE49-F238E27FC236}">
                <a16:creationId xmlns:a16="http://schemas.microsoft.com/office/drawing/2014/main" id="{708D51DC-68C3-9F9C-CDEB-FCADF1730CE3}"/>
              </a:ext>
            </a:extLst>
          </p:cNvPr>
          <p:cNvSpPr/>
          <p:nvPr/>
        </p:nvSpPr>
        <p:spPr>
          <a:xfrm>
            <a:off x="3679663" y="2620851"/>
            <a:ext cx="377182" cy="423027"/>
          </a:xfrm>
          <a:prstGeom prst="curvedLef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85;p24" descr="image.png">
            <a:extLst>
              <a:ext uri="{FF2B5EF4-FFF2-40B4-BE49-F238E27FC236}">
                <a16:creationId xmlns:a16="http://schemas.microsoft.com/office/drawing/2014/main" id="{FE4033EE-1E48-8CFD-6914-8C8FDA0F9FA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6E61205-FE31-6FE1-57EE-E701F339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502" y="1287716"/>
            <a:ext cx="2213490" cy="1659469"/>
          </a:xfrm>
          <a:prstGeom prst="rect">
            <a:avLst/>
          </a:prstGeom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872" y="2181299"/>
            <a:ext cx="3492549" cy="276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478732"/>
            <a:ext cx="3492549" cy="276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903BB42-D1AF-091B-C334-0F59A8FF1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7096" y="1568872"/>
            <a:ext cx="1353479" cy="1805344"/>
          </a:xfrm>
          <a:prstGeom prst="rect">
            <a:avLst/>
          </a:prstGeom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02799" y="276448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705378" y="3574320"/>
            <a:ext cx="30671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两人搭档制</a:t>
            </a:r>
            <a:endParaRPr sz="2000" dirty="0"/>
          </a:p>
        </p:txBody>
      </p:sp>
      <p:sp>
        <p:nvSpPr>
          <p:cNvPr id="276" name="Google Shape;276;p23"/>
          <p:cNvSpPr txBox="1"/>
          <p:nvPr/>
        </p:nvSpPr>
        <p:spPr>
          <a:xfrm>
            <a:off x="778405" y="4005475"/>
            <a:ext cx="292104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结对子办事</a:t>
            </a:r>
            <a:b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效率与友谊双赢</a:t>
            </a:r>
            <a:endParaRPr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9F56A3-207C-E36E-891E-DF79254DA9C8}"/>
              </a:ext>
            </a:extLst>
          </p:cNvPr>
          <p:cNvGrpSpPr/>
          <p:nvPr/>
        </p:nvGrpSpPr>
        <p:grpSpPr>
          <a:xfrm>
            <a:off x="4254550" y="3729409"/>
            <a:ext cx="3492549" cy="2767310"/>
            <a:chOff x="4349799" y="2920381"/>
            <a:chExt cx="3492549" cy="2767310"/>
          </a:xfrm>
        </p:grpSpPr>
        <p:pic>
          <p:nvPicPr>
            <p:cNvPr id="269" name="Google Shape;269;p23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349799" y="2920381"/>
              <a:ext cx="3492549" cy="27673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AF4CF9B-6D96-9CED-F5B7-C96894EF2CD6}"/>
                </a:ext>
              </a:extLst>
            </p:cNvPr>
            <p:cNvGrpSpPr/>
            <p:nvPr/>
          </p:nvGrpSpPr>
          <p:grpSpPr>
            <a:xfrm>
              <a:off x="4540226" y="3187081"/>
              <a:ext cx="3067102" cy="1967206"/>
              <a:chOff x="4540226" y="3187081"/>
              <a:chExt cx="3067102" cy="1967206"/>
            </a:xfrm>
          </p:grpSpPr>
          <p:pic>
            <p:nvPicPr>
              <p:cNvPr id="272" name="Google Shape;272;p23" descr="image.png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5597527" y="3187081"/>
                <a:ext cx="952500" cy="9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23"/>
              <p:cNvSpPr txBox="1"/>
              <p:nvPr/>
            </p:nvSpPr>
            <p:spPr>
              <a:xfrm>
                <a:off x="4540226" y="4300825"/>
                <a:ext cx="306710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800" b="1" i="0" u="none" strike="noStrike" cap="none" dirty="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技术培训</a:t>
                </a:r>
                <a:endParaRPr sz="1800" dirty="0"/>
              </a:p>
            </p:txBody>
          </p:sp>
          <p:sp>
            <p:nvSpPr>
              <p:cNvPr id="278" name="Google Shape;278;p23"/>
              <p:cNvSpPr txBox="1"/>
              <p:nvPr/>
            </p:nvSpPr>
            <p:spPr>
              <a:xfrm>
                <a:off x="4635548" y="4723400"/>
                <a:ext cx="2921049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u="none" strike="noStrike" cap="none" dirty="0" err="1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秀米、剪辑培训</a:t>
                </a:r>
                <a:br>
                  <a:rPr lang="en-US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b="0" i="0" u="none" strike="noStrike" cap="none" dirty="0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b="0" i="0" u="none" strike="noStrike" cap="none" dirty="0" err="1">
                    <a:solidFill>
                      <a:srgbClr val="00000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打造精英技能小队</a:t>
                </a:r>
                <a:endParaRPr dirty="0"/>
              </a:p>
            </p:txBody>
          </p:sp>
        </p:grpSp>
      </p:grpSp>
      <p:sp>
        <p:nvSpPr>
          <p:cNvPr id="279" name="Google Shape;279;p23"/>
          <p:cNvSpPr txBox="1"/>
          <p:nvPr/>
        </p:nvSpPr>
        <p:spPr>
          <a:xfrm>
            <a:off x="8245572" y="3919537"/>
            <a:ext cx="306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定期例会、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温情团建</a:t>
            </a:r>
            <a:endParaRPr sz="1800" dirty="0"/>
          </a:p>
        </p:txBody>
      </p:sp>
      <p:sp>
        <p:nvSpPr>
          <p:cNvPr id="280" name="Google Shape;280;p23"/>
          <p:cNvSpPr txBox="1"/>
          <p:nvPr/>
        </p:nvSpPr>
        <p:spPr>
          <a:xfrm>
            <a:off x="8318599" y="4350692"/>
            <a:ext cx="29210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两周一次例会</a:t>
            </a:r>
            <a:endParaRPr lang="en-US" b="0" i="0" u="none" strike="noStrike" cap="non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每学期1次集体活动</a:t>
            </a:r>
            <a:br>
              <a:rPr lang="en-U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做最知心的战友</a:t>
            </a:r>
            <a:endParaRPr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8B0BE-5EF8-FE8C-F4F0-35F3AC278543}"/>
              </a:ext>
            </a:extLst>
          </p:cNvPr>
          <p:cNvGrpSpPr/>
          <p:nvPr/>
        </p:nvGrpSpPr>
        <p:grpSpPr>
          <a:xfrm>
            <a:off x="354952" y="234816"/>
            <a:ext cx="10801350" cy="843707"/>
            <a:chOff x="933450" y="529381"/>
            <a:chExt cx="10801350" cy="843707"/>
          </a:xfrm>
        </p:grpSpPr>
        <p:sp>
          <p:nvSpPr>
            <p:cNvPr id="3" name="Google Shape;184;p18">
              <a:extLst>
                <a:ext uri="{FF2B5EF4-FFF2-40B4-BE49-F238E27FC236}">
                  <a16:creationId xmlns:a16="http://schemas.microsoft.com/office/drawing/2014/main" id="{2F7B4190-C016-39F0-6E5E-06D8EEC534D8}"/>
                </a:ext>
              </a:extLst>
            </p:cNvPr>
            <p:cNvSpPr/>
            <p:nvPr/>
          </p:nvSpPr>
          <p:spPr>
            <a:xfrm>
              <a:off x="952500" y="1258788"/>
              <a:ext cx="10287000" cy="11430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5;p18">
              <a:extLst>
                <a:ext uri="{FF2B5EF4-FFF2-40B4-BE49-F238E27FC236}">
                  <a16:creationId xmlns:a16="http://schemas.microsoft.com/office/drawing/2014/main" id="{134A70F2-7819-64D0-5DF9-8F7BB2FD862B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3900" b="1" dirty="0">
                  <a:solidFill>
                    <a:srgbClr val="E88D6A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sym typeface="ZCOOL KuaiLe"/>
                </a:rPr>
                <a:t>内部建设</a:t>
              </a:r>
              <a:endParaRPr lang="zh-CN" noProof="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pic>
        <p:nvPicPr>
          <p:cNvPr id="6" name="图形 5" descr="用户 纯色填充">
            <a:extLst>
              <a:ext uri="{FF2B5EF4-FFF2-40B4-BE49-F238E27FC236}">
                <a16:creationId xmlns:a16="http://schemas.microsoft.com/office/drawing/2014/main" id="{BB681645-B4DC-AE1C-3D04-5F21628616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62606" y="2438315"/>
            <a:ext cx="914400" cy="9144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79D1D5A-52B1-07AC-B18E-C6F940749E8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7426" t="65190" r="28097" b="4423"/>
          <a:stretch>
            <a:fillRect/>
          </a:stretch>
        </p:blipFill>
        <p:spPr>
          <a:xfrm>
            <a:off x="9184335" y="5266749"/>
            <a:ext cx="2052735" cy="135643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B04403E-D138-B3FC-2969-8848DC1030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95634" y="0"/>
            <a:ext cx="1396365" cy="1642110"/>
          </a:xfrm>
          <a:prstGeom prst="rect">
            <a:avLst/>
          </a:prstGeom>
        </p:spPr>
      </p:pic>
      <p:pic>
        <p:nvPicPr>
          <p:cNvPr id="21" name="Google Shape;150;p16" descr="image.png">
            <a:extLst>
              <a:ext uri="{FF2B5EF4-FFF2-40B4-BE49-F238E27FC236}">
                <a16:creationId xmlns:a16="http://schemas.microsoft.com/office/drawing/2014/main" id="{DDB5A1BB-811D-8EA0-3DD0-7118F7A372AC}"/>
              </a:ext>
            </a:extLst>
          </p:cNvPr>
          <p:cNvPicPr preferRelativeResize="0"/>
          <p:nvPr/>
        </p:nvPicPr>
        <p:blipFill rotWithShape="1">
          <a:blip r:embed="rId14">
            <a:alphaModFix amt="55000"/>
          </a:blip>
          <a:srcRect/>
          <a:stretch/>
        </p:blipFill>
        <p:spPr>
          <a:xfrm>
            <a:off x="552759" y="4794365"/>
            <a:ext cx="1681164" cy="166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2066" y="1069910"/>
            <a:ext cx="7819052" cy="4850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6D473D7-34A5-9C03-6482-80D69AE84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9812" y="0"/>
            <a:ext cx="1642187" cy="1931194"/>
          </a:xfrm>
          <a:prstGeom prst="rect">
            <a:avLst/>
          </a:prstGeom>
        </p:spPr>
      </p:pic>
      <p:pic>
        <p:nvPicPr>
          <p:cNvPr id="3" name="Google Shape;150;p16" descr="image.png">
            <a:extLst>
              <a:ext uri="{FF2B5EF4-FFF2-40B4-BE49-F238E27FC236}">
                <a16:creationId xmlns:a16="http://schemas.microsoft.com/office/drawing/2014/main" id="{BD2BFB80-4BE4-C493-039B-CAE5389F6F61}"/>
              </a:ext>
            </a:extLst>
          </p:cNvPr>
          <p:cNvPicPr preferRelativeResize="0"/>
          <p:nvPr/>
        </p:nvPicPr>
        <p:blipFill rotWithShape="1">
          <a:blip r:embed="rId6">
            <a:alphaModFix amt="55000"/>
          </a:blip>
          <a:srcRect/>
          <a:stretch/>
        </p:blipFill>
        <p:spPr>
          <a:xfrm>
            <a:off x="573879" y="4993418"/>
            <a:ext cx="1681164" cy="16669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111970-1657-D2EC-13B2-7BF57085DD1D}"/>
              </a:ext>
            </a:extLst>
          </p:cNvPr>
          <p:cNvSpPr txBox="1"/>
          <p:nvPr/>
        </p:nvSpPr>
        <p:spPr>
          <a:xfrm>
            <a:off x="2979576" y="1200032"/>
            <a:ext cx="62328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在启明星，我学到了以前从未接触的技能，</a:t>
            </a:r>
            <a:endParaRPr lang="en-US" altLang="zh-CN" sz="24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摆摊与同学们交流让我从内向胆小渐渐大方开朗，</a:t>
            </a:r>
            <a:endParaRPr lang="en-US" altLang="zh-CN" sz="24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部门里的任务安排、搭档合作、集体活动让不同班级、不 同专业的我们相聚相识，在大学也交到玩在一起的朋友。</a:t>
            </a:r>
            <a:endParaRPr lang="en-US" altLang="zh-CN" sz="24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启明星为刚刚步入大学的我指明了不少方向，无论是校园生活、</a:t>
            </a:r>
            <a:r>
              <a:rPr lang="zh-CN" altLang="en-US" sz="240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专业课程还是</a:t>
            </a:r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各类竞赛、学业信息。</a:t>
            </a:r>
            <a:endParaRPr lang="en-US" altLang="zh-CN" sz="24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启明星就像它的名字一样，成为迷茫的刚入学的我的启明星。</a:t>
            </a:r>
            <a:endParaRPr lang="en-US" altLang="zh-CN" sz="2400" dirty="0">
              <a:latin typeface="Aa墨竹仙鹤如意行书" panose="02010600010101010101" pitchFamily="2" charset="-122"/>
              <a:ea typeface="Aa墨竹仙鹤如意行书" panose="02010600010101010101" pitchFamily="2" charset="-122"/>
            </a:endParaRPr>
          </a:p>
          <a:p>
            <a:r>
              <a:rPr lang="zh-CN" altLang="en-US" sz="2400" dirty="0">
                <a:latin typeface="Aa墨竹仙鹤如意行书" panose="02010600010101010101" pitchFamily="2" charset="-122"/>
                <a:ea typeface="Aa墨竹仙鹤如意行书" panose="02010600010101010101" pitchFamily="2" charset="-122"/>
              </a:rPr>
              <a:t>我希望我也能够成为下一届朋友们的启明星。 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7772AE4-4E9A-8BC2-2F85-7160F8606716}"/>
              </a:ext>
            </a:extLst>
          </p:cNvPr>
          <p:cNvGrpSpPr/>
          <p:nvPr/>
        </p:nvGrpSpPr>
        <p:grpSpPr>
          <a:xfrm>
            <a:off x="267866" y="165942"/>
            <a:ext cx="10801350" cy="713584"/>
            <a:chOff x="933450" y="529381"/>
            <a:chExt cx="10801350" cy="713584"/>
          </a:xfrm>
        </p:grpSpPr>
        <p:sp>
          <p:nvSpPr>
            <p:cNvPr id="10" name="Google Shape;184;p18">
              <a:extLst>
                <a:ext uri="{FF2B5EF4-FFF2-40B4-BE49-F238E27FC236}">
                  <a16:creationId xmlns:a16="http://schemas.microsoft.com/office/drawing/2014/main" id="{808D0206-A654-68B9-3AAF-19BC33D119BA}"/>
                </a:ext>
              </a:extLst>
            </p:cNvPr>
            <p:cNvSpPr/>
            <p:nvPr/>
          </p:nvSpPr>
          <p:spPr>
            <a:xfrm>
              <a:off x="933450" y="1129545"/>
              <a:ext cx="9441802" cy="113420"/>
            </a:xfrm>
            <a:prstGeom prst="roundRect">
              <a:avLst>
                <a:gd name="adj" fmla="val 50000"/>
              </a:avLst>
            </a:prstGeom>
            <a:solidFill>
              <a:srgbClr val="E88D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85;p18">
              <a:extLst>
                <a:ext uri="{FF2B5EF4-FFF2-40B4-BE49-F238E27FC236}">
                  <a16:creationId xmlns:a16="http://schemas.microsoft.com/office/drawing/2014/main" id="{EF0B32F7-DAD1-B83D-1EB8-BD160A3F265E}"/>
                </a:ext>
              </a:extLst>
            </p:cNvPr>
            <p:cNvSpPr txBox="1"/>
            <p:nvPr/>
          </p:nvSpPr>
          <p:spPr>
            <a:xfrm>
              <a:off x="933450" y="529381"/>
              <a:ext cx="10801350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3900" b="1" noProof="0" dirty="0">
                  <a:solidFill>
                    <a:srgbClr val="E88D6A"/>
                  </a:solidFill>
                  <a:latin typeface="Aa桃花扇" panose="02010600010101010101" pitchFamily="2" charset="-122"/>
                  <a:ea typeface="Aa桃花扇" panose="02010600010101010101" pitchFamily="2" charset="-122"/>
                  <a:sym typeface="ZCOOL KuaiLe"/>
                </a:rPr>
                <a:t>结语</a:t>
              </a:r>
              <a:endParaRPr lang="zh-CN" noProof="0" dirty="0">
                <a:latin typeface="Aa桃花扇" panose="02010600010101010101" pitchFamily="2" charset="-122"/>
                <a:ea typeface="Aa桃花扇" panose="0201060001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7B34DA5A-2E14-F5BA-67B5-4976B7CA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>
            <a:extLst>
              <a:ext uri="{FF2B5EF4-FFF2-40B4-BE49-F238E27FC236}">
                <a16:creationId xmlns:a16="http://schemas.microsoft.com/office/drawing/2014/main" id="{4F3D9767-1857-F9CB-F807-B3911757C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>
            <a:extLst>
              <a:ext uri="{FF2B5EF4-FFF2-40B4-BE49-F238E27FC236}">
                <a16:creationId xmlns:a16="http://schemas.microsoft.com/office/drawing/2014/main" id="{D1777A76-A463-C440-F2ED-8D9C62816C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4" y="1157288"/>
            <a:ext cx="542925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8EF1E3AA-DFD5-4FDD-6CC2-52BAB1FDC6A8}"/>
              </a:ext>
            </a:extLst>
          </p:cNvPr>
          <p:cNvSpPr txBox="1"/>
          <p:nvPr/>
        </p:nvSpPr>
        <p:spPr>
          <a:xfrm>
            <a:off x="8048625" y="3605212"/>
            <a:ext cx="952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EA8A"/>
                </a:solidFill>
                <a:latin typeface="Noto Sans SC"/>
                <a:ea typeface="Noto Sans SC"/>
                <a:cs typeface="Noto Sans SC"/>
                <a:sym typeface="Noto Sans SC"/>
              </a:rPr>
              <a:t>✨ ⭐ ✨</a:t>
            </a:r>
            <a:endParaRPr dirty="0"/>
          </a:p>
        </p:txBody>
      </p:sp>
      <p:sp>
        <p:nvSpPr>
          <p:cNvPr id="288" name="Google Shape;288;p24">
            <a:extLst>
              <a:ext uri="{FF2B5EF4-FFF2-40B4-BE49-F238E27FC236}">
                <a16:creationId xmlns:a16="http://schemas.microsoft.com/office/drawing/2014/main" id="{8DD9F78B-266D-FE17-2E7E-BE07F8C6B041}"/>
              </a:ext>
            </a:extLst>
          </p:cNvPr>
          <p:cNvSpPr txBox="1"/>
          <p:nvPr/>
        </p:nvSpPr>
        <p:spPr>
          <a:xfrm>
            <a:off x="3964782" y="1640585"/>
            <a:ext cx="450056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0" b="1" dirty="0">
                <a:solidFill>
                  <a:srgbClr val="FFAFCC"/>
                </a:solidFill>
                <a:latin typeface="Aa桃花扇" panose="02010600010101010101" pitchFamily="2" charset="-122"/>
                <a:ea typeface="Aa桃花扇" panose="02010600010101010101" pitchFamily="2" charset="-122"/>
                <a:sym typeface="Comfortaa"/>
              </a:rPr>
              <a:t>谢谢大家！</a:t>
            </a:r>
            <a:endParaRPr sz="8000" dirty="0">
              <a:latin typeface="Aa桃花扇" panose="02010600010101010101" pitchFamily="2" charset="-122"/>
              <a:ea typeface="Aa桃花扇" panose="02010600010101010101" pitchFamily="2" charset="-122"/>
            </a:endParaRPr>
          </a:p>
        </p:txBody>
      </p:sp>
      <p:sp>
        <p:nvSpPr>
          <p:cNvPr id="291" name="Google Shape;291;p24">
            <a:extLst>
              <a:ext uri="{FF2B5EF4-FFF2-40B4-BE49-F238E27FC236}">
                <a16:creationId xmlns:a16="http://schemas.microsoft.com/office/drawing/2014/main" id="{A5238740-6472-EDCC-18CC-D9DDEE169116}"/>
              </a:ext>
            </a:extLst>
          </p:cNvPr>
          <p:cNvSpPr txBox="1"/>
          <p:nvPr/>
        </p:nvSpPr>
        <p:spPr>
          <a:xfrm>
            <a:off x="4071937" y="3095290"/>
            <a:ext cx="428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cap="none" dirty="0">
                <a:solidFill>
                  <a:srgbClr val="A2D2FF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欢迎大家批评指正！</a:t>
            </a:r>
            <a:endParaRPr sz="2400" dirty="0"/>
          </a:p>
        </p:txBody>
      </p:sp>
      <p:pic>
        <p:nvPicPr>
          <p:cNvPr id="292" name="Google Shape;292;p24" descr="image.png">
            <a:extLst>
              <a:ext uri="{FF2B5EF4-FFF2-40B4-BE49-F238E27FC236}">
                <a16:creationId xmlns:a16="http://schemas.microsoft.com/office/drawing/2014/main" id="{828F696F-1C68-2C7B-438A-B7943A9AEE6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7435" y="3102627"/>
            <a:ext cx="408311" cy="35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4B31239-A0A6-07F1-CA31-BD7D0033E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2062" y="-1"/>
            <a:ext cx="2099937" cy="2469503"/>
          </a:xfrm>
          <a:prstGeom prst="rect">
            <a:avLst/>
          </a:prstGeom>
        </p:spPr>
      </p:pic>
      <p:pic>
        <p:nvPicPr>
          <p:cNvPr id="3" name="Google Shape;150;p16" descr="image.png">
            <a:extLst>
              <a:ext uri="{FF2B5EF4-FFF2-40B4-BE49-F238E27FC236}">
                <a16:creationId xmlns:a16="http://schemas.microsoft.com/office/drawing/2014/main" id="{0F1390F4-D60A-81AF-3CF2-13A72DC9472F}"/>
              </a:ext>
            </a:extLst>
          </p:cNvPr>
          <p:cNvPicPr preferRelativeResize="0"/>
          <p:nvPr/>
        </p:nvPicPr>
        <p:blipFill rotWithShape="1">
          <a:blip r:embed="rId7">
            <a:alphaModFix amt="55000"/>
          </a:blip>
          <a:srcRect/>
          <a:stretch/>
        </p:blipFill>
        <p:spPr>
          <a:xfrm>
            <a:off x="573879" y="4993418"/>
            <a:ext cx="1681164" cy="16669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2FFA85-E7A5-2F9E-E982-9405731F2C55}"/>
              </a:ext>
            </a:extLst>
          </p:cNvPr>
          <p:cNvSpPr txBox="1"/>
          <p:nvPr/>
        </p:nvSpPr>
        <p:spPr>
          <a:xfrm>
            <a:off x="3488532" y="3981718"/>
            <a:ext cx="50363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2026</a:t>
            </a:r>
            <a:r>
              <a:rPr lang="zh-CN" altLang="en-US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年</a:t>
            </a:r>
            <a:r>
              <a:rPr lang="en-US" altLang="zh-CN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5</a:t>
            </a:r>
            <a:r>
              <a:rPr lang="zh-CN" altLang="en-US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月</a:t>
            </a:r>
            <a:r>
              <a:rPr lang="en-US" altLang="zh-CN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30</a:t>
            </a:r>
            <a:r>
              <a:rPr lang="zh-CN" altLang="en-US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日</a:t>
            </a:r>
            <a:endParaRPr lang="en-US" altLang="zh-CN" sz="4000" dirty="0">
              <a:latin typeface="Aa桃花扇" panose="02010600010101010101" pitchFamily="2" charset="-122"/>
              <a:ea typeface="Aa桃花扇" panose="02010600010101010101" pitchFamily="2" charset="-122"/>
            </a:endParaRPr>
          </a:p>
          <a:p>
            <a:pPr algn="ctr"/>
            <a:r>
              <a:rPr lang="zh-CN" altLang="en-US" sz="4000" dirty="0">
                <a:latin typeface="Aa桃花扇" panose="02010600010101010101" pitchFamily="2" charset="-122"/>
                <a:ea typeface="Aa桃花扇" panose="02010600010101010101" pitchFamily="2" charset="-122"/>
              </a:rPr>
              <a:t>黎雅诗</a:t>
            </a:r>
          </a:p>
        </p:txBody>
      </p:sp>
    </p:spTree>
    <p:extLst>
      <p:ext uri="{BB962C8B-B14F-4D97-AF65-F5344CB8AC3E}">
        <p14:creationId xmlns:p14="http://schemas.microsoft.com/office/powerpoint/2010/main" val="193960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>
          <a:solidFill>
            <a:schemeClr val="bg2">
              <a:lumMod val="20000"/>
              <a:lumOff val="8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985</Words>
  <Application>Microsoft Office PowerPoint</Application>
  <PresentationFormat>宽屏</PresentationFormat>
  <Paragraphs>174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Aa墨竹仙鹤如意行书</vt:lpstr>
      <vt:lpstr>隶书</vt:lpstr>
      <vt:lpstr>Comfortaa</vt:lpstr>
      <vt:lpstr>Noto Sans SC</vt:lpstr>
      <vt:lpstr>Gagalin</vt:lpstr>
      <vt:lpstr>华文隶书</vt:lpstr>
      <vt:lpstr>Wingdings</vt:lpstr>
      <vt:lpstr>Arial</vt:lpstr>
      <vt:lpstr>Quicksand</vt:lpstr>
      <vt:lpstr>Calibri</vt:lpstr>
      <vt:lpstr>山海风华隶 W</vt:lpstr>
      <vt:lpstr>Aa桃花扇</vt:lpstr>
      <vt:lpstr>Segoe UI Black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yashi Li</cp:lastModifiedBy>
  <cp:revision>9</cp:revision>
  <dcterms:modified xsi:type="dcterms:W3CDTF">2026-05-24T08:15:19Z</dcterms:modified>
</cp:coreProperties>
</file>